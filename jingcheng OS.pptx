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heme/theme2.xml" ContentType="application/vnd.openxmlformats-officedocument.theme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notesSlides/notesSlide1.xml" ContentType="application/vnd.openxmlformats-officedocument.presentationml.notesSlide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notesSlides/notesSlide2.xml" ContentType="application/vnd.openxmlformats-officedocument.presentationml.notesSlide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notesSlides/notesSlide3.xml" ContentType="application/vnd.openxmlformats-officedocument.presentationml.notesSlide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notesSlides/notesSlide4.xml" ContentType="application/vnd.openxmlformats-officedocument.presentationml.notesSlide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notesSlides/notesSlide5.xml" ContentType="application/vnd.openxmlformats-officedocument.presentationml.notesSlide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custDataLst>
    <p:tags r:id="rId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80" userDrawn="1">
          <p15:clr>
            <a:srgbClr val="A4A3A4"/>
          </p15:clr>
        </p15:guide>
        <p15:guide id="2" pos="380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ABA27F"/>
    <a:srgbClr val="45D691"/>
    <a:srgbClr val="D9D9D9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78" autoAdjust="0"/>
    <p:restoredTop sz="94660"/>
  </p:normalViewPr>
  <p:slideViewPr>
    <p:cSldViewPr snapToGrid="0" showGuides="1">
      <p:cViewPr varScale="1">
        <p:scale>
          <a:sx n="107" d="100"/>
          <a:sy n="107" d="100"/>
        </p:scale>
        <p:origin x="822" y="108"/>
      </p:cViewPr>
      <p:guideLst>
        <p:guide orient="horz" pos="2080"/>
        <p:guide pos="3804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3BC06D-1B2A-4276-8366-7C9DB5526369}" type="datetimeFigureOut">
              <a:rPr lang="zh-CN" altLang="en-US" smtClean="0"/>
              <a:t>2023/5/14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7FF8B2-419A-4C16-B58F-FFACC359F7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4986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7FF8B2-419A-4C16-B58F-FFACC359F70E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79951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7FF8B2-419A-4C16-B58F-FFACC359F70E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71084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7FF8B2-419A-4C16-B58F-FFACC359F70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95089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7FF8B2-419A-4C16-B58F-FFACC359F70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1668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7FF8B2-419A-4C16-B58F-FFACC359F70E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43205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7FF8B2-419A-4C16-B58F-FFACC359F70E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3041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2.xml"/><Relationship Id="rId4" Type="http://schemas.openxmlformats.org/officeDocument/2006/relationships/tags" Target="../tags/tag1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7.xml"/><Relationship Id="rId4" Type="http://schemas.openxmlformats.org/officeDocument/2006/relationships/tags" Target="../tags/tag16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2.xml"/><Relationship Id="rId4" Type="http://schemas.openxmlformats.org/officeDocument/2006/relationships/tags" Target="../tags/tag2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6.xml"/><Relationship Id="rId3" Type="http://schemas.openxmlformats.org/officeDocument/2006/relationships/tags" Target="../tags/tag31.xml"/><Relationship Id="rId7" Type="http://schemas.openxmlformats.org/officeDocument/2006/relationships/tags" Target="../tags/tag35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0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6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tags" Target="../tags/tag47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4.xml"/><Relationship Id="rId4" Type="http://schemas.openxmlformats.org/officeDocument/2006/relationships/tags" Target="../tags/tag53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8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3.xml"/><Relationship Id="rId4" Type="http://schemas.openxmlformats.org/officeDocument/2006/relationships/tags" Target="../tags/tag6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2023/5/14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2023/5/14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2023/5/14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2023/5/14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2023/5/14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2023/5/14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2023/5/14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2023/5/14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2023/5/14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2023/5/14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2023/5/14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18" Type="http://schemas.openxmlformats.org/officeDocument/2006/relationships/tags" Target="../tags/tag7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6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5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4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/>
            </a:gs>
            <a:gs pos="100000">
              <a:schemeClr val="bg2">
                <a:lumMod val="8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2023/5/14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71.xml"/><Relationship Id="rId13" Type="http://schemas.openxmlformats.org/officeDocument/2006/relationships/tags" Target="../tags/tag76.xml"/><Relationship Id="rId18" Type="http://schemas.openxmlformats.org/officeDocument/2006/relationships/tags" Target="../tags/tag81.xml"/><Relationship Id="rId26" Type="http://schemas.openxmlformats.org/officeDocument/2006/relationships/image" Target="../media/image5.png"/><Relationship Id="rId3" Type="http://schemas.openxmlformats.org/officeDocument/2006/relationships/tags" Target="../tags/tag66.xml"/><Relationship Id="rId21" Type="http://schemas.openxmlformats.org/officeDocument/2006/relationships/notesSlide" Target="../notesSlides/notesSlide1.xml"/><Relationship Id="rId7" Type="http://schemas.openxmlformats.org/officeDocument/2006/relationships/tags" Target="../tags/tag70.xml"/><Relationship Id="rId12" Type="http://schemas.openxmlformats.org/officeDocument/2006/relationships/tags" Target="../tags/tag75.xml"/><Relationship Id="rId17" Type="http://schemas.openxmlformats.org/officeDocument/2006/relationships/tags" Target="../tags/tag80.xml"/><Relationship Id="rId25" Type="http://schemas.openxmlformats.org/officeDocument/2006/relationships/image" Target="../media/image4.png"/><Relationship Id="rId2" Type="http://schemas.openxmlformats.org/officeDocument/2006/relationships/tags" Target="../tags/tag65.xml"/><Relationship Id="rId16" Type="http://schemas.openxmlformats.org/officeDocument/2006/relationships/tags" Target="../tags/tag79.xml"/><Relationship Id="rId20" Type="http://schemas.openxmlformats.org/officeDocument/2006/relationships/slideLayout" Target="../slideLayouts/slideLayout1.xml"/><Relationship Id="rId1" Type="http://schemas.openxmlformats.org/officeDocument/2006/relationships/tags" Target="../tags/tag64.xml"/><Relationship Id="rId6" Type="http://schemas.openxmlformats.org/officeDocument/2006/relationships/tags" Target="../tags/tag69.xml"/><Relationship Id="rId11" Type="http://schemas.openxmlformats.org/officeDocument/2006/relationships/tags" Target="../tags/tag74.xml"/><Relationship Id="rId24" Type="http://schemas.openxmlformats.org/officeDocument/2006/relationships/image" Target="../media/image3.png"/><Relationship Id="rId5" Type="http://schemas.openxmlformats.org/officeDocument/2006/relationships/tags" Target="../tags/tag68.xml"/><Relationship Id="rId15" Type="http://schemas.openxmlformats.org/officeDocument/2006/relationships/tags" Target="../tags/tag78.xml"/><Relationship Id="rId23" Type="http://schemas.openxmlformats.org/officeDocument/2006/relationships/image" Target="../media/image2.png"/><Relationship Id="rId10" Type="http://schemas.openxmlformats.org/officeDocument/2006/relationships/tags" Target="../tags/tag73.xml"/><Relationship Id="rId19" Type="http://schemas.openxmlformats.org/officeDocument/2006/relationships/tags" Target="../tags/tag82.xml"/><Relationship Id="rId4" Type="http://schemas.openxmlformats.org/officeDocument/2006/relationships/tags" Target="../tags/tag67.xml"/><Relationship Id="rId9" Type="http://schemas.openxmlformats.org/officeDocument/2006/relationships/tags" Target="../tags/tag72.xml"/><Relationship Id="rId14" Type="http://schemas.openxmlformats.org/officeDocument/2006/relationships/tags" Target="../tags/tag77.xml"/><Relationship Id="rId22" Type="http://schemas.openxmlformats.org/officeDocument/2006/relationships/image" Target="../media/image1.jpeg"/><Relationship Id="rId27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90.xml"/><Relationship Id="rId13" Type="http://schemas.openxmlformats.org/officeDocument/2006/relationships/tags" Target="../tags/tag95.xml"/><Relationship Id="rId18" Type="http://schemas.openxmlformats.org/officeDocument/2006/relationships/tags" Target="../tags/tag100.xml"/><Relationship Id="rId26" Type="http://schemas.openxmlformats.org/officeDocument/2006/relationships/image" Target="../media/image5.png"/><Relationship Id="rId3" Type="http://schemas.openxmlformats.org/officeDocument/2006/relationships/tags" Target="../tags/tag85.xml"/><Relationship Id="rId21" Type="http://schemas.openxmlformats.org/officeDocument/2006/relationships/image" Target="../media/image1.jpeg"/><Relationship Id="rId7" Type="http://schemas.openxmlformats.org/officeDocument/2006/relationships/tags" Target="../tags/tag89.xml"/><Relationship Id="rId12" Type="http://schemas.openxmlformats.org/officeDocument/2006/relationships/tags" Target="../tags/tag94.xml"/><Relationship Id="rId17" Type="http://schemas.openxmlformats.org/officeDocument/2006/relationships/tags" Target="../tags/tag99.xml"/><Relationship Id="rId25" Type="http://schemas.openxmlformats.org/officeDocument/2006/relationships/image" Target="../media/image7.png"/><Relationship Id="rId2" Type="http://schemas.openxmlformats.org/officeDocument/2006/relationships/tags" Target="../tags/tag84.xml"/><Relationship Id="rId16" Type="http://schemas.openxmlformats.org/officeDocument/2006/relationships/tags" Target="../tags/tag98.xml"/><Relationship Id="rId20" Type="http://schemas.openxmlformats.org/officeDocument/2006/relationships/notesSlide" Target="../notesSlides/notesSlide2.xml"/><Relationship Id="rId1" Type="http://schemas.openxmlformats.org/officeDocument/2006/relationships/tags" Target="../tags/tag83.xml"/><Relationship Id="rId6" Type="http://schemas.openxmlformats.org/officeDocument/2006/relationships/tags" Target="../tags/tag88.xml"/><Relationship Id="rId11" Type="http://schemas.openxmlformats.org/officeDocument/2006/relationships/tags" Target="../tags/tag93.xml"/><Relationship Id="rId24" Type="http://schemas.openxmlformats.org/officeDocument/2006/relationships/image" Target="../media/image4.png"/><Relationship Id="rId5" Type="http://schemas.openxmlformats.org/officeDocument/2006/relationships/tags" Target="../tags/tag87.xml"/><Relationship Id="rId15" Type="http://schemas.openxmlformats.org/officeDocument/2006/relationships/tags" Target="../tags/tag97.xml"/><Relationship Id="rId23" Type="http://schemas.openxmlformats.org/officeDocument/2006/relationships/image" Target="../media/image3.png"/><Relationship Id="rId10" Type="http://schemas.openxmlformats.org/officeDocument/2006/relationships/tags" Target="../tags/tag92.xml"/><Relationship Id="rId19" Type="http://schemas.openxmlformats.org/officeDocument/2006/relationships/slideLayout" Target="../slideLayouts/slideLayout1.xml"/><Relationship Id="rId4" Type="http://schemas.openxmlformats.org/officeDocument/2006/relationships/tags" Target="../tags/tag86.xml"/><Relationship Id="rId9" Type="http://schemas.openxmlformats.org/officeDocument/2006/relationships/tags" Target="../tags/tag91.xml"/><Relationship Id="rId14" Type="http://schemas.openxmlformats.org/officeDocument/2006/relationships/tags" Target="../tags/tag96.xml"/><Relationship Id="rId22" Type="http://schemas.openxmlformats.org/officeDocument/2006/relationships/image" Target="../media/image2.png"/><Relationship Id="rId27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108.xml"/><Relationship Id="rId13" Type="http://schemas.openxmlformats.org/officeDocument/2006/relationships/tags" Target="../tags/tag113.xml"/><Relationship Id="rId18" Type="http://schemas.openxmlformats.org/officeDocument/2006/relationships/tags" Target="../tags/tag118.xml"/><Relationship Id="rId26" Type="http://schemas.openxmlformats.org/officeDocument/2006/relationships/image" Target="../media/image5.png"/><Relationship Id="rId3" Type="http://schemas.openxmlformats.org/officeDocument/2006/relationships/tags" Target="../tags/tag103.xml"/><Relationship Id="rId21" Type="http://schemas.openxmlformats.org/officeDocument/2006/relationships/image" Target="../media/image1.jpeg"/><Relationship Id="rId7" Type="http://schemas.openxmlformats.org/officeDocument/2006/relationships/tags" Target="../tags/tag107.xml"/><Relationship Id="rId12" Type="http://schemas.openxmlformats.org/officeDocument/2006/relationships/tags" Target="../tags/tag112.xml"/><Relationship Id="rId17" Type="http://schemas.openxmlformats.org/officeDocument/2006/relationships/tags" Target="../tags/tag117.xml"/><Relationship Id="rId25" Type="http://schemas.openxmlformats.org/officeDocument/2006/relationships/image" Target="../media/image7.png"/><Relationship Id="rId2" Type="http://schemas.openxmlformats.org/officeDocument/2006/relationships/tags" Target="../tags/tag102.xml"/><Relationship Id="rId16" Type="http://schemas.openxmlformats.org/officeDocument/2006/relationships/tags" Target="../tags/tag116.xml"/><Relationship Id="rId20" Type="http://schemas.openxmlformats.org/officeDocument/2006/relationships/notesSlide" Target="../notesSlides/notesSlide3.xml"/><Relationship Id="rId1" Type="http://schemas.openxmlformats.org/officeDocument/2006/relationships/tags" Target="../tags/tag101.xml"/><Relationship Id="rId6" Type="http://schemas.openxmlformats.org/officeDocument/2006/relationships/tags" Target="../tags/tag106.xml"/><Relationship Id="rId11" Type="http://schemas.openxmlformats.org/officeDocument/2006/relationships/tags" Target="../tags/tag111.xml"/><Relationship Id="rId24" Type="http://schemas.openxmlformats.org/officeDocument/2006/relationships/image" Target="../media/image4.png"/><Relationship Id="rId5" Type="http://schemas.openxmlformats.org/officeDocument/2006/relationships/tags" Target="../tags/tag105.xml"/><Relationship Id="rId15" Type="http://schemas.openxmlformats.org/officeDocument/2006/relationships/tags" Target="../tags/tag115.xml"/><Relationship Id="rId23" Type="http://schemas.openxmlformats.org/officeDocument/2006/relationships/image" Target="../media/image3.png"/><Relationship Id="rId10" Type="http://schemas.openxmlformats.org/officeDocument/2006/relationships/tags" Target="../tags/tag110.xml"/><Relationship Id="rId19" Type="http://schemas.openxmlformats.org/officeDocument/2006/relationships/slideLayout" Target="../slideLayouts/slideLayout1.xml"/><Relationship Id="rId4" Type="http://schemas.openxmlformats.org/officeDocument/2006/relationships/tags" Target="../tags/tag104.xml"/><Relationship Id="rId9" Type="http://schemas.openxmlformats.org/officeDocument/2006/relationships/tags" Target="../tags/tag109.xml"/><Relationship Id="rId14" Type="http://schemas.openxmlformats.org/officeDocument/2006/relationships/tags" Target="../tags/tag114.xml"/><Relationship Id="rId22" Type="http://schemas.openxmlformats.org/officeDocument/2006/relationships/image" Target="../media/image2.png"/><Relationship Id="rId27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126.xml"/><Relationship Id="rId13" Type="http://schemas.openxmlformats.org/officeDocument/2006/relationships/tags" Target="../tags/tag131.xml"/><Relationship Id="rId18" Type="http://schemas.openxmlformats.org/officeDocument/2006/relationships/tags" Target="../tags/tag136.xml"/><Relationship Id="rId26" Type="http://schemas.openxmlformats.org/officeDocument/2006/relationships/image" Target="../media/image5.png"/><Relationship Id="rId3" Type="http://schemas.openxmlformats.org/officeDocument/2006/relationships/tags" Target="../tags/tag121.xml"/><Relationship Id="rId21" Type="http://schemas.openxmlformats.org/officeDocument/2006/relationships/image" Target="../media/image1.jpeg"/><Relationship Id="rId7" Type="http://schemas.openxmlformats.org/officeDocument/2006/relationships/tags" Target="../tags/tag125.xml"/><Relationship Id="rId12" Type="http://schemas.openxmlformats.org/officeDocument/2006/relationships/tags" Target="../tags/tag130.xml"/><Relationship Id="rId17" Type="http://schemas.openxmlformats.org/officeDocument/2006/relationships/tags" Target="../tags/tag135.xml"/><Relationship Id="rId25" Type="http://schemas.openxmlformats.org/officeDocument/2006/relationships/image" Target="../media/image4.png"/><Relationship Id="rId2" Type="http://schemas.openxmlformats.org/officeDocument/2006/relationships/tags" Target="../tags/tag120.xml"/><Relationship Id="rId16" Type="http://schemas.openxmlformats.org/officeDocument/2006/relationships/tags" Target="../tags/tag134.xml"/><Relationship Id="rId20" Type="http://schemas.openxmlformats.org/officeDocument/2006/relationships/notesSlide" Target="../notesSlides/notesSlide4.xml"/><Relationship Id="rId1" Type="http://schemas.openxmlformats.org/officeDocument/2006/relationships/tags" Target="../tags/tag119.xml"/><Relationship Id="rId6" Type="http://schemas.openxmlformats.org/officeDocument/2006/relationships/tags" Target="../tags/tag124.xml"/><Relationship Id="rId11" Type="http://schemas.openxmlformats.org/officeDocument/2006/relationships/tags" Target="../tags/tag129.xml"/><Relationship Id="rId24" Type="http://schemas.openxmlformats.org/officeDocument/2006/relationships/image" Target="../media/image3.png"/><Relationship Id="rId5" Type="http://schemas.openxmlformats.org/officeDocument/2006/relationships/tags" Target="../tags/tag123.xml"/><Relationship Id="rId15" Type="http://schemas.openxmlformats.org/officeDocument/2006/relationships/tags" Target="../tags/tag133.xml"/><Relationship Id="rId23" Type="http://schemas.openxmlformats.org/officeDocument/2006/relationships/image" Target="../media/image2.png"/><Relationship Id="rId10" Type="http://schemas.openxmlformats.org/officeDocument/2006/relationships/tags" Target="../tags/tag128.xml"/><Relationship Id="rId19" Type="http://schemas.openxmlformats.org/officeDocument/2006/relationships/slideLayout" Target="../slideLayouts/slideLayout1.xml"/><Relationship Id="rId4" Type="http://schemas.openxmlformats.org/officeDocument/2006/relationships/tags" Target="../tags/tag122.xml"/><Relationship Id="rId9" Type="http://schemas.openxmlformats.org/officeDocument/2006/relationships/tags" Target="../tags/tag127.xml"/><Relationship Id="rId14" Type="http://schemas.openxmlformats.org/officeDocument/2006/relationships/tags" Target="../tags/tag132.xml"/><Relationship Id="rId22" Type="http://schemas.openxmlformats.org/officeDocument/2006/relationships/image" Target="../media/image7.png"/><Relationship Id="rId27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144.xml"/><Relationship Id="rId13" Type="http://schemas.openxmlformats.org/officeDocument/2006/relationships/tags" Target="../tags/tag149.xml"/><Relationship Id="rId18" Type="http://schemas.openxmlformats.org/officeDocument/2006/relationships/tags" Target="../tags/tag154.xml"/><Relationship Id="rId26" Type="http://schemas.openxmlformats.org/officeDocument/2006/relationships/image" Target="../media/image7.png"/><Relationship Id="rId3" Type="http://schemas.openxmlformats.org/officeDocument/2006/relationships/tags" Target="../tags/tag139.xml"/><Relationship Id="rId21" Type="http://schemas.openxmlformats.org/officeDocument/2006/relationships/image" Target="../media/image1.jpeg"/><Relationship Id="rId7" Type="http://schemas.openxmlformats.org/officeDocument/2006/relationships/tags" Target="../tags/tag143.xml"/><Relationship Id="rId12" Type="http://schemas.openxmlformats.org/officeDocument/2006/relationships/tags" Target="../tags/tag148.xml"/><Relationship Id="rId17" Type="http://schemas.openxmlformats.org/officeDocument/2006/relationships/tags" Target="../tags/tag153.xml"/><Relationship Id="rId25" Type="http://schemas.openxmlformats.org/officeDocument/2006/relationships/image" Target="../media/image4.png"/><Relationship Id="rId2" Type="http://schemas.openxmlformats.org/officeDocument/2006/relationships/tags" Target="../tags/tag138.xml"/><Relationship Id="rId16" Type="http://schemas.openxmlformats.org/officeDocument/2006/relationships/tags" Target="../tags/tag152.xml"/><Relationship Id="rId20" Type="http://schemas.openxmlformats.org/officeDocument/2006/relationships/notesSlide" Target="../notesSlides/notesSlide5.xml"/><Relationship Id="rId1" Type="http://schemas.openxmlformats.org/officeDocument/2006/relationships/tags" Target="../tags/tag137.xml"/><Relationship Id="rId6" Type="http://schemas.openxmlformats.org/officeDocument/2006/relationships/tags" Target="../tags/tag142.xml"/><Relationship Id="rId11" Type="http://schemas.openxmlformats.org/officeDocument/2006/relationships/tags" Target="../tags/tag147.xml"/><Relationship Id="rId24" Type="http://schemas.openxmlformats.org/officeDocument/2006/relationships/image" Target="../media/image3.png"/><Relationship Id="rId5" Type="http://schemas.openxmlformats.org/officeDocument/2006/relationships/tags" Target="../tags/tag141.xml"/><Relationship Id="rId15" Type="http://schemas.openxmlformats.org/officeDocument/2006/relationships/tags" Target="../tags/tag151.xml"/><Relationship Id="rId23" Type="http://schemas.openxmlformats.org/officeDocument/2006/relationships/image" Target="../media/image2.png"/><Relationship Id="rId10" Type="http://schemas.openxmlformats.org/officeDocument/2006/relationships/tags" Target="../tags/tag146.xml"/><Relationship Id="rId19" Type="http://schemas.openxmlformats.org/officeDocument/2006/relationships/slideLayout" Target="../slideLayouts/slideLayout1.xml"/><Relationship Id="rId4" Type="http://schemas.openxmlformats.org/officeDocument/2006/relationships/tags" Target="../tags/tag140.xml"/><Relationship Id="rId9" Type="http://schemas.openxmlformats.org/officeDocument/2006/relationships/tags" Target="../tags/tag145.xml"/><Relationship Id="rId14" Type="http://schemas.openxmlformats.org/officeDocument/2006/relationships/tags" Target="../tags/tag150.xml"/><Relationship Id="rId22" Type="http://schemas.openxmlformats.org/officeDocument/2006/relationships/image" Target="../media/image5.png"/><Relationship Id="rId27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162.xml"/><Relationship Id="rId13" Type="http://schemas.openxmlformats.org/officeDocument/2006/relationships/tags" Target="../tags/tag167.xml"/><Relationship Id="rId18" Type="http://schemas.openxmlformats.org/officeDocument/2006/relationships/tags" Target="../tags/tag172.xml"/><Relationship Id="rId26" Type="http://schemas.openxmlformats.org/officeDocument/2006/relationships/image" Target="../media/image5.png"/><Relationship Id="rId3" Type="http://schemas.openxmlformats.org/officeDocument/2006/relationships/tags" Target="../tags/tag157.xml"/><Relationship Id="rId21" Type="http://schemas.openxmlformats.org/officeDocument/2006/relationships/image" Target="../media/image1.jpeg"/><Relationship Id="rId7" Type="http://schemas.openxmlformats.org/officeDocument/2006/relationships/tags" Target="../tags/tag161.xml"/><Relationship Id="rId12" Type="http://schemas.openxmlformats.org/officeDocument/2006/relationships/tags" Target="../tags/tag166.xml"/><Relationship Id="rId17" Type="http://schemas.openxmlformats.org/officeDocument/2006/relationships/tags" Target="../tags/tag171.xml"/><Relationship Id="rId25" Type="http://schemas.openxmlformats.org/officeDocument/2006/relationships/image" Target="../media/image4.png"/><Relationship Id="rId2" Type="http://schemas.openxmlformats.org/officeDocument/2006/relationships/tags" Target="../tags/tag156.xml"/><Relationship Id="rId16" Type="http://schemas.openxmlformats.org/officeDocument/2006/relationships/tags" Target="../tags/tag170.xml"/><Relationship Id="rId20" Type="http://schemas.openxmlformats.org/officeDocument/2006/relationships/notesSlide" Target="../notesSlides/notesSlide6.xml"/><Relationship Id="rId1" Type="http://schemas.openxmlformats.org/officeDocument/2006/relationships/tags" Target="../tags/tag155.xml"/><Relationship Id="rId6" Type="http://schemas.openxmlformats.org/officeDocument/2006/relationships/tags" Target="../tags/tag160.xml"/><Relationship Id="rId11" Type="http://schemas.openxmlformats.org/officeDocument/2006/relationships/tags" Target="../tags/tag165.xml"/><Relationship Id="rId24" Type="http://schemas.openxmlformats.org/officeDocument/2006/relationships/image" Target="../media/image3.png"/><Relationship Id="rId5" Type="http://schemas.openxmlformats.org/officeDocument/2006/relationships/tags" Target="../tags/tag159.xml"/><Relationship Id="rId15" Type="http://schemas.openxmlformats.org/officeDocument/2006/relationships/tags" Target="../tags/tag169.xml"/><Relationship Id="rId23" Type="http://schemas.openxmlformats.org/officeDocument/2006/relationships/image" Target="../media/image2.png"/><Relationship Id="rId10" Type="http://schemas.openxmlformats.org/officeDocument/2006/relationships/tags" Target="../tags/tag164.xml"/><Relationship Id="rId19" Type="http://schemas.openxmlformats.org/officeDocument/2006/relationships/slideLayout" Target="../slideLayouts/slideLayout1.xml"/><Relationship Id="rId4" Type="http://schemas.openxmlformats.org/officeDocument/2006/relationships/tags" Target="../tags/tag158.xml"/><Relationship Id="rId9" Type="http://schemas.openxmlformats.org/officeDocument/2006/relationships/tags" Target="../tags/tag163.xml"/><Relationship Id="rId14" Type="http://schemas.openxmlformats.org/officeDocument/2006/relationships/tags" Target="../tags/tag168.xml"/><Relationship Id="rId22" Type="http://schemas.openxmlformats.org/officeDocument/2006/relationships/image" Target="../media/image7.png"/><Relationship Id="rId27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50495" y="0"/>
            <a:ext cx="8505190" cy="2265680"/>
          </a:xfrm>
        </p:spPr>
        <p:txBody>
          <a:bodyPr>
            <a:normAutofit/>
          </a:bodyPr>
          <a:lstStyle/>
          <a:p>
            <a:br>
              <a:rPr lang="zh-CN" altLang="en-US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</a:br>
            <a:br>
              <a:rPr lang="zh-CN" altLang="en-US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</a:br>
            <a:endParaRPr lang="zh-CN" altLang="en-US" sz="2000" dirty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-68580" y="0"/>
            <a:ext cx="4338320" cy="5346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zh-CN" altLang="en-US" sz="3200" b="1"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7" name="矩形 6"/>
          <p:cNvSpPr/>
          <p:nvPr>
            <p:custDataLst>
              <p:tags r:id="rId4"/>
            </p:custDataLst>
          </p:nvPr>
        </p:nvSpPr>
        <p:spPr>
          <a:xfrm>
            <a:off x="-13970" y="12700"/>
            <a:ext cx="2362835" cy="6858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>
              <a:gradFill>
                <a:gsLst>
                  <a:gs pos="0">
                    <a:srgbClr val="9EE256"/>
                  </a:gs>
                  <a:gs pos="100000">
                    <a:srgbClr val="52762D"/>
                  </a:gs>
                </a:gsLst>
                <a:lin scaled="0"/>
              </a:gradFill>
            </a:endParaRPr>
          </a:p>
        </p:txBody>
      </p:sp>
      <p:pic>
        <p:nvPicPr>
          <p:cNvPr id="10" name="图片 9" descr="主页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3"/>
          <a:stretch>
            <a:fillRect/>
          </a:stretch>
        </p:blipFill>
        <p:spPr>
          <a:xfrm>
            <a:off x="150495" y="920750"/>
            <a:ext cx="353695" cy="353695"/>
          </a:xfrm>
          <a:prstGeom prst="rect">
            <a:avLst/>
          </a:prstGeom>
        </p:spPr>
      </p:pic>
      <p:sp>
        <p:nvSpPr>
          <p:cNvPr id="14" name="文本框 13"/>
          <p:cNvSpPr txBox="1"/>
          <p:nvPr>
            <p:custDataLst>
              <p:tags r:id="rId6"/>
            </p:custDataLst>
          </p:nvPr>
        </p:nvSpPr>
        <p:spPr>
          <a:xfrm>
            <a:off x="-13970" y="-127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</a:rPr>
              <a:t>jingcheng</a:t>
            </a:r>
            <a:r>
              <a:rPr lang="en-US" altLang="zh-CN" dirty="0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</a:rPr>
              <a:t> </a:t>
            </a:r>
            <a:r>
              <a:rPr lang="en-US" altLang="zh-CN" b="1" dirty="0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</a:rPr>
              <a:t>OS</a:t>
            </a:r>
          </a:p>
        </p:txBody>
      </p:sp>
      <p:sp>
        <p:nvSpPr>
          <p:cNvPr id="15" name="文本框 14"/>
          <p:cNvSpPr txBox="1"/>
          <p:nvPr>
            <p:custDataLst>
              <p:tags r:id="rId7"/>
            </p:custDataLst>
          </p:nvPr>
        </p:nvSpPr>
        <p:spPr>
          <a:xfrm>
            <a:off x="1224280" y="-127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/>
              <a:t>_</a:t>
            </a:r>
          </a:p>
        </p:txBody>
      </p:sp>
      <p:sp>
        <p:nvSpPr>
          <p:cNvPr id="21" name="圆角矩形 20"/>
          <p:cNvSpPr/>
          <p:nvPr>
            <p:custDataLst>
              <p:tags r:id="rId8"/>
            </p:custDataLst>
          </p:nvPr>
        </p:nvSpPr>
        <p:spPr>
          <a:xfrm>
            <a:off x="90805" y="989330"/>
            <a:ext cx="36000" cy="216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3" name="图片 22" descr="视频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4"/>
          <a:stretch>
            <a:fillRect/>
          </a:stretch>
        </p:blipFill>
        <p:spPr>
          <a:xfrm>
            <a:off x="150495" y="1365250"/>
            <a:ext cx="382270" cy="382270"/>
          </a:xfrm>
          <a:prstGeom prst="rect">
            <a:avLst/>
          </a:prstGeom>
        </p:spPr>
      </p:pic>
      <p:pic>
        <p:nvPicPr>
          <p:cNvPr id="25" name="图片 24" descr="C:\Users\xiati\Downloads\音乐.png音乐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5"/>
          <a:srcRect/>
          <a:stretch>
            <a:fillRect/>
          </a:stretch>
        </p:blipFill>
        <p:spPr>
          <a:xfrm>
            <a:off x="150813" y="1819275"/>
            <a:ext cx="381635" cy="382270"/>
          </a:xfrm>
          <a:prstGeom prst="rect">
            <a:avLst/>
          </a:prstGeom>
        </p:spPr>
      </p:pic>
      <p:sp>
        <p:nvSpPr>
          <p:cNvPr id="27" name="文本框 26"/>
          <p:cNvSpPr txBox="1"/>
          <p:nvPr>
            <p:custDataLst>
              <p:tags r:id="rId11"/>
            </p:custDataLst>
          </p:nvPr>
        </p:nvSpPr>
        <p:spPr>
          <a:xfrm>
            <a:off x="504190" y="94551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u="sng" dirty="0"/>
              <a:t>PPT1</a:t>
            </a:r>
            <a:endParaRPr lang="zh-CN" altLang="en-US" u="sng" dirty="0"/>
          </a:p>
        </p:txBody>
      </p:sp>
      <p:sp>
        <p:nvSpPr>
          <p:cNvPr id="28" name="文本框 27"/>
          <p:cNvSpPr txBox="1"/>
          <p:nvPr>
            <p:custDataLst>
              <p:tags r:id="rId12"/>
            </p:custDataLst>
          </p:nvPr>
        </p:nvSpPr>
        <p:spPr>
          <a:xfrm>
            <a:off x="504190" y="138874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PPT2</a:t>
            </a:r>
            <a:endParaRPr lang="zh-CN" altLang="en-US" dirty="0"/>
          </a:p>
        </p:txBody>
      </p:sp>
      <p:sp>
        <p:nvSpPr>
          <p:cNvPr id="29" name="文本框 28"/>
          <p:cNvSpPr txBox="1"/>
          <p:nvPr>
            <p:custDataLst>
              <p:tags r:id="rId13"/>
            </p:custDataLst>
          </p:nvPr>
        </p:nvSpPr>
        <p:spPr>
          <a:xfrm>
            <a:off x="532130" y="1874604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PPT3</a:t>
            </a:r>
            <a:endParaRPr lang="zh-CN" altLang="en-US" dirty="0"/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DDEDBFA7-54BF-4349-B411-8734A665A609}"/>
              </a:ext>
            </a:extLst>
          </p:cNvPr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0495" y="2288539"/>
            <a:ext cx="381635" cy="381635"/>
          </a:xfrm>
          <a:prstGeom prst="rect">
            <a:avLst/>
          </a:prstGeom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DCE2E270-5C16-436C-9BC6-69180E01E96E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504190" y="2315789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PPT4</a:t>
            </a:r>
            <a:endParaRPr lang="zh-CN" altLang="en-US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11A5F6EA-1FF5-47F2-9424-B1A24D5203F5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504190" y="2755901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PPT5</a:t>
            </a:r>
            <a:endParaRPr lang="zh-CN" altLang="en-US" dirty="0"/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21589018-8A00-46D1-BCEB-12DA4CC113F2}"/>
              </a:ext>
            </a:extLst>
          </p:cNvPr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0495" y="2764153"/>
            <a:ext cx="381635" cy="381635"/>
          </a:xfrm>
          <a:prstGeom prst="rect">
            <a:avLst/>
          </a:prstGeom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936AC054-1F2D-4329-A861-D6F3F32CF0C6}"/>
              </a:ext>
            </a:extLst>
          </p:cNvPr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0495" y="3224212"/>
            <a:ext cx="381635" cy="381635"/>
          </a:xfrm>
          <a:prstGeom prst="rect">
            <a:avLst/>
          </a:prstGeom>
        </p:spPr>
      </p:pic>
      <p:sp>
        <p:nvSpPr>
          <p:cNvPr id="31" name="文本框 30">
            <a:extLst>
              <a:ext uri="{FF2B5EF4-FFF2-40B4-BE49-F238E27FC236}">
                <a16:creationId xmlns:a16="http://schemas.microsoft.com/office/drawing/2014/main" id="{4D24B5BD-2387-461C-A340-79C39571F75E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>
            <a:off x="504190" y="3224728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PPT6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2C936BC-4F86-4372-9E44-19DF1D86066C}"/>
              </a:ext>
            </a:extLst>
          </p:cNvPr>
          <p:cNvSpPr txBox="1"/>
          <p:nvPr/>
        </p:nvSpPr>
        <p:spPr>
          <a:xfrm>
            <a:off x="311986" y="6370880"/>
            <a:ext cx="18245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版权所有，禁止抄袭</a:t>
            </a:r>
            <a:endParaRPr lang="en-US" altLang="zh-CN" sz="1400" dirty="0"/>
          </a:p>
          <a:p>
            <a:r>
              <a:rPr lang="en-US" altLang="zh-CN" sz="1400" dirty="0"/>
              <a:t>       2022-2023</a:t>
            </a:r>
            <a:endParaRPr lang="zh-CN" altLang="en-US" sz="140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1" grpId="1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-13970" y="-12700"/>
            <a:ext cx="2362835" cy="6858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gradFill>
                <a:gsLst>
                  <a:gs pos="0">
                    <a:srgbClr val="9EE256"/>
                  </a:gs>
                  <a:gs pos="100000">
                    <a:srgbClr val="52762D"/>
                  </a:gs>
                </a:gsLst>
                <a:lin scaled="0"/>
              </a:gradFill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0" y="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sym typeface="+mn-ea"/>
              </a:rPr>
              <a:t>jingcheng</a:t>
            </a:r>
            <a:r>
              <a:rPr lang="en-US" altLang="zh-CN" dirty="0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sym typeface="+mn-ea"/>
              </a:rPr>
              <a:t> </a:t>
            </a:r>
            <a:r>
              <a:rPr lang="en-US" altLang="zh-CN" b="1" dirty="0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sym typeface="+mn-ea"/>
              </a:rPr>
              <a:t>OS</a:t>
            </a:r>
            <a:endParaRPr lang="en-US" altLang="zh-CN" b="1" dirty="0">
              <a:gradFill>
                <a:gsLst>
                  <a:gs pos="0">
                    <a:srgbClr val="14CD68"/>
                  </a:gs>
                  <a:gs pos="100000">
                    <a:srgbClr val="035C7D"/>
                  </a:gs>
                </a:gsLst>
                <a:lin scaled="0"/>
              </a:gradFill>
            </a:endParaRPr>
          </a:p>
          <a:p>
            <a:endParaRPr lang="zh-CN" altLang="en-US" dirty="0"/>
          </a:p>
        </p:txBody>
      </p:sp>
      <p:sp>
        <p:nvSpPr>
          <p:cNvPr id="21" name="圆角矩形 20"/>
          <p:cNvSpPr/>
          <p:nvPr>
            <p:custDataLst>
              <p:tags r:id="rId4"/>
            </p:custDataLst>
          </p:nvPr>
        </p:nvSpPr>
        <p:spPr>
          <a:xfrm>
            <a:off x="90805" y="1448435"/>
            <a:ext cx="36000" cy="216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 descr="主页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2"/>
          <a:stretch>
            <a:fillRect/>
          </a:stretch>
        </p:blipFill>
        <p:spPr>
          <a:xfrm>
            <a:off x="150495" y="920750"/>
            <a:ext cx="353695" cy="353695"/>
          </a:xfrm>
          <a:prstGeom prst="rect">
            <a:avLst/>
          </a:prstGeom>
        </p:spPr>
      </p:pic>
      <p:pic>
        <p:nvPicPr>
          <p:cNvPr id="9" name="图片 8" descr="视频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3"/>
          <a:stretch>
            <a:fillRect/>
          </a:stretch>
        </p:blipFill>
        <p:spPr>
          <a:xfrm>
            <a:off x="150495" y="1365250"/>
            <a:ext cx="382270" cy="382270"/>
          </a:xfrm>
          <a:prstGeom prst="rect">
            <a:avLst/>
          </a:prstGeom>
        </p:spPr>
      </p:pic>
      <p:sp>
        <p:nvSpPr>
          <p:cNvPr id="15" name="文本框 14"/>
          <p:cNvSpPr txBox="1"/>
          <p:nvPr>
            <p:custDataLst>
              <p:tags r:id="rId7"/>
            </p:custDataLst>
          </p:nvPr>
        </p:nvSpPr>
        <p:spPr>
          <a:xfrm>
            <a:off x="1221105" y="-127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/>
              <a:t>_</a:t>
            </a:r>
          </a:p>
        </p:txBody>
      </p:sp>
      <p:pic>
        <p:nvPicPr>
          <p:cNvPr id="17" name="图片 16" descr="C:\Users\xiati\Downloads\音乐.png音乐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4"/>
          <a:srcRect/>
          <a:stretch>
            <a:fillRect/>
          </a:stretch>
        </p:blipFill>
        <p:spPr>
          <a:xfrm>
            <a:off x="150813" y="1812925"/>
            <a:ext cx="381635" cy="382270"/>
          </a:xfrm>
          <a:prstGeom prst="rect">
            <a:avLst/>
          </a:prstGeom>
        </p:spPr>
      </p:pic>
      <p:pic>
        <p:nvPicPr>
          <p:cNvPr id="11" name="图片 10" descr="系统返回">
            <a:hlinkClick r:id="" action="ppaction://hlinkshowjump?jump=previousslide"/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5"/>
          <a:stretch>
            <a:fillRect/>
          </a:stretch>
        </p:blipFill>
        <p:spPr>
          <a:xfrm>
            <a:off x="151765" y="448945"/>
            <a:ext cx="381000" cy="381000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4E885F2A-E4A5-4016-A5F4-D123033F5F53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0495" y="2288539"/>
            <a:ext cx="381635" cy="381635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FD68F21A-CA84-42F6-A9B7-C4CCFA1C462F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0495" y="2764153"/>
            <a:ext cx="381635" cy="381635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A48FB7E1-3916-462B-8197-485EC5F45F6C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0495" y="3224212"/>
            <a:ext cx="381635" cy="381635"/>
          </a:xfrm>
          <a:prstGeom prst="rect">
            <a:avLst/>
          </a:prstGeom>
        </p:spPr>
      </p:pic>
      <p:sp>
        <p:nvSpPr>
          <p:cNvPr id="25" name="文本框 24">
            <a:extLst>
              <a:ext uri="{FF2B5EF4-FFF2-40B4-BE49-F238E27FC236}">
                <a16:creationId xmlns:a16="http://schemas.microsoft.com/office/drawing/2014/main" id="{5C029BD3-08E6-4535-9031-B445F88B9578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504190" y="94551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u="sng" dirty="0"/>
              <a:t>PPT1</a:t>
            </a:r>
            <a:endParaRPr lang="zh-CN" altLang="en-US" u="sng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3A95CE52-BA6B-47E5-A493-E43BC66649B4}"/>
              </a:ext>
            </a:extLst>
          </p:cNvPr>
          <p:cNvSpPr txBox="1"/>
          <p:nvPr>
            <p:custDataLst>
              <p:tags r:id="rId14"/>
            </p:custDataLst>
          </p:nvPr>
        </p:nvSpPr>
        <p:spPr>
          <a:xfrm>
            <a:off x="504190" y="138874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PPT2</a:t>
            </a:r>
            <a:endParaRPr lang="zh-CN" altLang="en-US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C90410E-3C48-4009-ABA8-8B958A57BA60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532130" y="1874604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PPT3</a:t>
            </a:r>
            <a:endParaRPr lang="zh-CN" altLang="en-US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E7AC0809-BC98-4906-8819-450E15302BA4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504190" y="2315789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PPT4</a:t>
            </a:r>
            <a:endParaRPr lang="zh-CN" altLang="en-US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E3A47EA1-4D61-40BC-8710-8DDA179B07C0}"/>
              </a:ext>
            </a:extLst>
          </p:cNvPr>
          <p:cNvSpPr txBox="1"/>
          <p:nvPr>
            <p:custDataLst>
              <p:tags r:id="rId17"/>
            </p:custDataLst>
          </p:nvPr>
        </p:nvSpPr>
        <p:spPr>
          <a:xfrm>
            <a:off x="504190" y="2755901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PPT5</a:t>
            </a:r>
            <a:endParaRPr lang="zh-CN" altLang="en-US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6F8883C5-0A26-4D31-AECF-5EC75DC10EBC}"/>
              </a:ext>
            </a:extLst>
          </p:cNvPr>
          <p:cNvSpPr txBox="1"/>
          <p:nvPr>
            <p:custDataLst>
              <p:tags r:id="rId18"/>
            </p:custDataLst>
          </p:nvPr>
        </p:nvSpPr>
        <p:spPr>
          <a:xfrm>
            <a:off x="504190" y="3224728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PPT6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1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4637405" y="-1732915"/>
            <a:ext cx="2218055" cy="1865630"/>
          </a:xfrm>
        </p:spPr>
        <p:txBody>
          <a:bodyPr/>
          <a:lstStyle/>
          <a:p>
            <a:r>
              <a:rPr lang="en-US" altLang="zh-CN" dirty="0"/>
              <a:t>   </a:t>
            </a:r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-13970" y="-12700"/>
            <a:ext cx="2362835" cy="6858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gradFill>
                <a:gsLst>
                  <a:gs pos="0">
                    <a:srgbClr val="9EE256"/>
                  </a:gs>
                  <a:gs pos="100000">
                    <a:srgbClr val="52762D"/>
                  </a:gs>
                </a:gsLst>
                <a:lin scaled="0"/>
              </a:gradFill>
            </a:endParaRPr>
          </a:p>
        </p:txBody>
      </p:sp>
      <p:pic>
        <p:nvPicPr>
          <p:cNvPr id="4" name="图片 3" descr="主页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2"/>
          <a:stretch>
            <a:fillRect/>
          </a:stretch>
        </p:blipFill>
        <p:spPr>
          <a:xfrm>
            <a:off x="150495" y="920750"/>
            <a:ext cx="353695" cy="353695"/>
          </a:xfrm>
          <a:prstGeom prst="rect">
            <a:avLst/>
          </a:prstGeom>
        </p:spPr>
      </p:pic>
      <p:pic>
        <p:nvPicPr>
          <p:cNvPr id="9" name="图片 8" descr="视频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3"/>
          <a:stretch>
            <a:fillRect/>
          </a:stretch>
        </p:blipFill>
        <p:spPr>
          <a:xfrm>
            <a:off x="150495" y="1365250"/>
            <a:ext cx="382270" cy="382270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5"/>
            </p:custDataLst>
          </p:nvPr>
        </p:nvSpPr>
        <p:spPr>
          <a:xfrm>
            <a:off x="0" y="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sym typeface="+mn-ea"/>
              </a:rPr>
              <a:t>jingcheng</a:t>
            </a:r>
            <a:r>
              <a:rPr lang="en-US" altLang="zh-CN" dirty="0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sym typeface="+mn-ea"/>
              </a:rPr>
              <a:t> </a:t>
            </a:r>
            <a:r>
              <a:rPr lang="en-US" altLang="zh-CN" b="1" dirty="0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sym typeface="+mn-ea"/>
              </a:rPr>
              <a:t>OS</a:t>
            </a:r>
            <a:endParaRPr lang="en-US" altLang="zh-CN" b="1" dirty="0">
              <a:gradFill>
                <a:gsLst>
                  <a:gs pos="0">
                    <a:srgbClr val="14CD68"/>
                  </a:gs>
                  <a:gs pos="100000">
                    <a:srgbClr val="035C7D"/>
                  </a:gs>
                </a:gsLst>
                <a:lin scaled="0"/>
              </a:gradFill>
            </a:endParaRPr>
          </a:p>
          <a:p>
            <a:endParaRPr lang="zh-CN" altLang="en-US" dirty="0"/>
          </a:p>
        </p:txBody>
      </p:sp>
      <p:sp>
        <p:nvSpPr>
          <p:cNvPr id="15" name="文本框 14"/>
          <p:cNvSpPr txBox="1"/>
          <p:nvPr>
            <p:custDataLst>
              <p:tags r:id="rId6"/>
            </p:custDataLst>
          </p:nvPr>
        </p:nvSpPr>
        <p:spPr>
          <a:xfrm>
            <a:off x="1221105" y="-127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/>
              <a:t>_</a:t>
            </a:r>
          </a:p>
        </p:txBody>
      </p:sp>
      <p:sp>
        <p:nvSpPr>
          <p:cNvPr id="21" name="圆角矩形 20"/>
          <p:cNvSpPr/>
          <p:nvPr>
            <p:custDataLst>
              <p:tags r:id="rId7"/>
            </p:custDataLst>
          </p:nvPr>
        </p:nvSpPr>
        <p:spPr>
          <a:xfrm>
            <a:off x="90805" y="1882140"/>
            <a:ext cx="36000" cy="216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7" name="图片 16" descr="C:\Users\xiati\Downloads\音乐.png音乐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4"/>
          <a:srcRect/>
          <a:stretch>
            <a:fillRect/>
          </a:stretch>
        </p:blipFill>
        <p:spPr>
          <a:xfrm>
            <a:off x="150813" y="1798955"/>
            <a:ext cx="381635" cy="382270"/>
          </a:xfrm>
          <a:prstGeom prst="rect">
            <a:avLst/>
          </a:prstGeom>
        </p:spPr>
      </p:pic>
      <p:pic>
        <p:nvPicPr>
          <p:cNvPr id="18" name="图片 17" descr="系统返回">
            <a:hlinkClick r:id="" action="ppaction://hlinkshowjump?jump=previousslide"/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5"/>
          <a:stretch>
            <a:fillRect/>
          </a:stretch>
        </p:blipFill>
        <p:spPr>
          <a:xfrm>
            <a:off x="151765" y="448945"/>
            <a:ext cx="381000" cy="381000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C44645EA-BD11-4041-89F9-DD968FB4FA5E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0495" y="2288539"/>
            <a:ext cx="381635" cy="381635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355320A1-1B1C-4114-818A-DE4D2CFD482E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0495" y="2764153"/>
            <a:ext cx="381635" cy="381635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760309B3-E7F9-4710-B8E2-4FCA51456F1D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0495" y="3224212"/>
            <a:ext cx="381635" cy="381635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139BD9C9-6DA5-4536-B1C9-B1591C777ECB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504190" y="94551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u="sng" dirty="0"/>
              <a:t>PPT1</a:t>
            </a:r>
            <a:endParaRPr lang="zh-CN" altLang="en-US" u="sng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3EB24EE-0532-4A27-9E29-8AED17DA2357}"/>
              </a:ext>
            </a:extLst>
          </p:cNvPr>
          <p:cNvSpPr txBox="1"/>
          <p:nvPr>
            <p:custDataLst>
              <p:tags r:id="rId14"/>
            </p:custDataLst>
          </p:nvPr>
        </p:nvSpPr>
        <p:spPr>
          <a:xfrm>
            <a:off x="504190" y="138874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PPT2</a:t>
            </a:r>
            <a:endParaRPr lang="zh-CN" altLang="en-US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8620521C-7C96-4048-B8DB-C8170C1720F8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532130" y="1874604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PPT3</a:t>
            </a:r>
            <a:endParaRPr lang="zh-CN" altLang="en-US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ACAED0CD-DFBB-4DA1-B59D-E51986721B41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504190" y="2315789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PPT4</a:t>
            </a:r>
            <a:endParaRPr lang="zh-CN" altLang="en-US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7073FC57-B2D5-44C5-A910-E0F58A1097F4}"/>
              </a:ext>
            </a:extLst>
          </p:cNvPr>
          <p:cNvSpPr txBox="1"/>
          <p:nvPr>
            <p:custDataLst>
              <p:tags r:id="rId17"/>
            </p:custDataLst>
          </p:nvPr>
        </p:nvSpPr>
        <p:spPr>
          <a:xfrm>
            <a:off x="504190" y="2755901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PPT5</a:t>
            </a:r>
            <a:endParaRPr lang="zh-CN" altLang="en-US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B2365B4C-865C-44F9-BA3C-FA1F685C1CA1}"/>
              </a:ext>
            </a:extLst>
          </p:cNvPr>
          <p:cNvSpPr txBox="1"/>
          <p:nvPr>
            <p:custDataLst>
              <p:tags r:id="rId18"/>
            </p:custDataLst>
          </p:nvPr>
        </p:nvSpPr>
        <p:spPr>
          <a:xfrm>
            <a:off x="504190" y="3224728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PPT6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ldLvl="0" animBg="1"/>
      <p:bldP spid="21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485528CA-D762-4945-858C-4E224AC5F3B7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24129" cy="68580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0EFF87FC-DB43-4788-917D-B2B2D6D7361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-13970" y="-12700"/>
            <a:ext cx="2362835" cy="6858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gradFill>
                <a:gsLst>
                  <a:gs pos="0">
                    <a:srgbClr val="9EE256"/>
                  </a:gs>
                  <a:gs pos="100000">
                    <a:srgbClr val="52762D"/>
                  </a:gs>
                </a:gsLst>
                <a:lin scaled="0"/>
              </a:gradFill>
            </a:endParaRPr>
          </a:p>
        </p:txBody>
      </p:sp>
      <p:pic>
        <p:nvPicPr>
          <p:cNvPr id="6" name="图片 5" descr="系统返回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8D7EF868-B350-4158-A85A-6A58645C81A8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2"/>
          <a:stretch>
            <a:fillRect/>
          </a:stretch>
        </p:blipFill>
        <p:spPr>
          <a:xfrm>
            <a:off x="151765" y="448945"/>
            <a:ext cx="381000" cy="38100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296FBE20-7F4F-4FF2-905C-5490466991A2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221105" y="-127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/>
              <a:t>_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0A38F47-56DB-4931-8D5E-27F96C7082B1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0" y="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sym typeface="+mn-ea"/>
              </a:rPr>
              <a:t>jingcheng</a:t>
            </a:r>
            <a:r>
              <a:rPr lang="en-US" altLang="zh-CN" dirty="0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sym typeface="+mn-ea"/>
              </a:rPr>
              <a:t> </a:t>
            </a:r>
            <a:r>
              <a:rPr lang="en-US" altLang="zh-CN" b="1" dirty="0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sym typeface="+mn-ea"/>
              </a:rPr>
              <a:t>OS</a:t>
            </a:r>
            <a:endParaRPr lang="en-US" altLang="zh-CN" b="1" dirty="0">
              <a:gradFill>
                <a:gsLst>
                  <a:gs pos="0">
                    <a:srgbClr val="14CD68"/>
                  </a:gs>
                  <a:gs pos="100000">
                    <a:srgbClr val="035C7D"/>
                  </a:gs>
                </a:gsLst>
                <a:lin scaled="0"/>
              </a:gradFill>
            </a:endParaRPr>
          </a:p>
          <a:p>
            <a:endParaRPr lang="zh-CN" altLang="en-US" dirty="0"/>
          </a:p>
        </p:txBody>
      </p:sp>
      <p:pic>
        <p:nvPicPr>
          <p:cNvPr id="9" name="图片 8" descr="主页">
            <a:extLst>
              <a:ext uri="{FF2B5EF4-FFF2-40B4-BE49-F238E27FC236}">
                <a16:creationId xmlns:a16="http://schemas.microsoft.com/office/drawing/2014/main" id="{EF034C78-522A-485E-9B89-BCB56242D3A5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3"/>
          <a:stretch>
            <a:fillRect/>
          </a:stretch>
        </p:blipFill>
        <p:spPr>
          <a:xfrm>
            <a:off x="150495" y="920750"/>
            <a:ext cx="353695" cy="353695"/>
          </a:xfrm>
          <a:prstGeom prst="rect">
            <a:avLst/>
          </a:prstGeom>
        </p:spPr>
      </p:pic>
      <p:pic>
        <p:nvPicPr>
          <p:cNvPr id="11" name="图片 10" descr="视频">
            <a:extLst>
              <a:ext uri="{FF2B5EF4-FFF2-40B4-BE49-F238E27FC236}">
                <a16:creationId xmlns:a16="http://schemas.microsoft.com/office/drawing/2014/main" id="{59722A29-745C-4C5F-83FC-7C1875BA752E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4"/>
          <a:stretch>
            <a:fillRect/>
          </a:stretch>
        </p:blipFill>
        <p:spPr>
          <a:xfrm>
            <a:off x="150495" y="1365250"/>
            <a:ext cx="382270" cy="382270"/>
          </a:xfrm>
          <a:prstGeom prst="rect">
            <a:avLst/>
          </a:prstGeom>
        </p:spPr>
      </p:pic>
      <p:pic>
        <p:nvPicPr>
          <p:cNvPr id="13" name="图片 12" descr="C:\Users\xiati\Downloads\音乐.png音乐">
            <a:extLst>
              <a:ext uri="{FF2B5EF4-FFF2-40B4-BE49-F238E27FC236}">
                <a16:creationId xmlns:a16="http://schemas.microsoft.com/office/drawing/2014/main" id="{D36BFEFA-B389-4FD2-AD1E-3B29B15841A4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5"/>
          <a:srcRect/>
          <a:stretch>
            <a:fillRect/>
          </a:stretch>
        </p:blipFill>
        <p:spPr>
          <a:xfrm>
            <a:off x="150813" y="1798955"/>
            <a:ext cx="381635" cy="382270"/>
          </a:xfrm>
          <a:prstGeom prst="rect">
            <a:avLst/>
          </a:prstGeom>
        </p:spPr>
      </p:pic>
      <p:sp>
        <p:nvSpPr>
          <p:cNvPr id="15" name="圆角矩形 20">
            <a:extLst>
              <a:ext uri="{FF2B5EF4-FFF2-40B4-BE49-F238E27FC236}">
                <a16:creationId xmlns:a16="http://schemas.microsoft.com/office/drawing/2014/main" id="{D88DECCA-CCC4-4BB2-9853-79F9ADCB869C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90805" y="2364689"/>
            <a:ext cx="36000" cy="216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FE27F2DF-F20E-4200-9401-38DA48E3D834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0495" y="2288539"/>
            <a:ext cx="381635" cy="381635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9B096EF0-619B-4998-978D-B311F23C98D4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0495" y="2764153"/>
            <a:ext cx="381635" cy="381635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9C92807D-B3F2-4869-AF76-6F0EB4A73459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0495" y="3224212"/>
            <a:ext cx="381635" cy="381635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7C10A718-E01A-4ACE-BB92-3F1CEEC5D61A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504190" y="94551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u="sng" dirty="0"/>
              <a:t>PPT1</a:t>
            </a:r>
            <a:endParaRPr lang="zh-CN" altLang="en-US" u="sng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DC311C6-31E5-4A54-847B-C92B6AC6D1C4}"/>
              </a:ext>
            </a:extLst>
          </p:cNvPr>
          <p:cNvSpPr txBox="1"/>
          <p:nvPr>
            <p:custDataLst>
              <p:tags r:id="rId14"/>
            </p:custDataLst>
          </p:nvPr>
        </p:nvSpPr>
        <p:spPr>
          <a:xfrm>
            <a:off x="504190" y="138874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PPT2</a:t>
            </a:r>
            <a:endParaRPr lang="zh-CN" altLang="en-US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3BF3264F-21F5-4602-AE5E-12CEF8557AD8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532130" y="1874604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PPT3</a:t>
            </a:r>
            <a:endParaRPr lang="zh-CN" altLang="en-US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1B91159-F561-43C3-9522-C6410CC22F13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504190" y="2315789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PPT4</a:t>
            </a:r>
            <a:endParaRPr lang="zh-CN" altLang="en-US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32FFC8F-DA25-4082-BDAF-D97AA94D993E}"/>
              </a:ext>
            </a:extLst>
          </p:cNvPr>
          <p:cNvSpPr txBox="1"/>
          <p:nvPr>
            <p:custDataLst>
              <p:tags r:id="rId17"/>
            </p:custDataLst>
          </p:nvPr>
        </p:nvSpPr>
        <p:spPr>
          <a:xfrm>
            <a:off x="504190" y="2755901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PPT5</a:t>
            </a:r>
            <a:endParaRPr lang="zh-CN" altLang="en-US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7E1A607A-5AAB-487D-91BC-4E4B7953D608}"/>
              </a:ext>
            </a:extLst>
          </p:cNvPr>
          <p:cNvSpPr txBox="1"/>
          <p:nvPr>
            <p:custDataLst>
              <p:tags r:id="rId18"/>
            </p:custDataLst>
          </p:nvPr>
        </p:nvSpPr>
        <p:spPr>
          <a:xfrm>
            <a:off x="504190" y="3224728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PPT6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10000">
        <p159:morph option="byObject"/>
      </p:transition>
    </mc:Choice>
    <mc:Fallback xmlns="">
      <p:transition spd="slow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ldLvl="0" animBg="1"/>
      <p:bldP spid="15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9B012118-2424-400D-AB96-C6E693523DBF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1365" cy="68580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E7D2BA14-79C3-4433-BDDA-99872F4C7D6F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-13970" y="-12700"/>
            <a:ext cx="2362835" cy="6858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gradFill>
                <a:gsLst>
                  <a:gs pos="0">
                    <a:srgbClr val="9EE256"/>
                  </a:gs>
                  <a:gs pos="100000">
                    <a:srgbClr val="52762D"/>
                  </a:gs>
                </a:gsLst>
                <a:lin scaled="0"/>
              </a:gradFill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4873F6F-C6EB-406F-ABDE-7FAE8802BE30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0495" y="2288539"/>
            <a:ext cx="381635" cy="381635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DDCB2340-F574-4E95-AF60-69965E3DC28F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0" y="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sym typeface="+mn-ea"/>
              </a:rPr>
              <a:t>jingcheng</a:t>
            </a:r>
            <a:r>
              <a:rPr lang="en-US" altLang="zh-CN" dirty="0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sym typeface="+mn-ea"/>
              </a:rPr>
              <a:t> </a:t>
            </a:r>
            <a:r>
              <a:rPr lang="en-US" altLang="zh-CN" b="1" dirty="0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sym typeface="+mn-ea"/>
              </a:rPr>
              <a:t>OS</a:t>
            </a:r>
            <a:endParaRPr lang="en-US" altLang="zh-CN" b="1" dirty="0">
              <a:gradFill>
                <a:gsLst>
                  <a:gs pos="0">
                    <a:srgbClr val="14CD68"/>
                  </a:gs>
                  <a:gs pos="100000">
                    <a:srgbClr val="035C7D"/>
                  </a:gs>
                </a:gsLst>
                <a:lin scaled="0"/>
              </a:gradFill>
            </a:endParaRPr>
          </a:p>
          <a:p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92CB3CA-4929-4575-BC90-D025C749FC5B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221105" y="-127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/>
              <a:t>_</a:t>
            </a:r>
          </a:p>
        </p:txBody>
      </p:sp>
      <p:pic>
        <p:nvPicPr>
          <p:cNvPr id="14" name="图片 13" descr="主页">
            <a:extLst>
              <a:ext uri="{FF2B5EF4-FFF2-40B4-BE49-F238E27FC236}">
                <a16:creationId xmlns:a16="http://schemas.microsoft.com/office/drawing/2014/main" id="{AB045565-B54B-4F79-97A5-61398C6E1044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3"/>
          <a:stretch>
            <a:fillRect/>
          </a:stretch>
        </p:blipFill>
        <p:spPr>
          <a:xfrm>
            <a:off x="150495" y="920750"/>
            <a:ext cx="353695" cy="353695"/>
          </a:xfrm>
          <a:prstGeom prst="rect">
            <a:avLst/>
          </a:prstGeom>
        </p:spPr>
      </p:pic>
      <p:pic>
        <p:nvPicPr>
          <p:cNvPr id="15" name="图片 14" descr="视频">
            <a:extLst>
              <a:ext uri="{FF2B5EF4-FFF2-40B4-BE49-F238E27FC236}">
                <a16:creationId xmlns:a16="http://schemas.microsoft.com/office/drawing/2014/main" id="{45FF11D1-641B-49EB-8B1E-D2E0693D759F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4"/>
          <a:stretch>
            <a:fillRect/>
          </a:stretch>
        </p:blipFill>
        <p:spPr>
          <a:xfrm>
            <a:off x="150495" y="1365250"/>
            <a:ext cx="382270" cy="382270"/>
          </a:xfrm>
          <a:prstGeom prst="rect">
            <a:avLst/>
          </a:prstGeom>
        </p:spPr>
      </p:pic>
      <p:pic>
        <p:nvPicPr>
          <p:cNvPr id="16" name="图片 15" descr="C:\Users\xiati\Downloads\音乐.png音乐">
            <a:extLst>
              <a:ext uri="{FF2B5EF4-FFF2-40B4-BE49-F238E27FC236}">
                <a16:creationId xmlns:a16="http://schemas.microsoft.com/office/drawing/2014/main" id="{CD1B20AB-6504-460C-9A56-D4C5F0F24A30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5"/>
          <a:srcRect/>
          <a:stretch>
            <a:fillRect/>
          </a:stretch>
        </p:blipFill>
        <p:spPr>
          <a:xfrm>
            <a:off x="150813" y="1798955"/>
            <a:ext cx="381635" cy="382270"/>
          </a:xfrm>
          <a:prstGeom prst="rect">
            <a:avLst/>
          </a:prstGeom>
        </p:spPr>
      </p:pic>
      <p:pic>
        <p:nvPicPr>
          <p:cNvPr id="18" name="图片 17" descr="系统返回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B3E8E2B6-96AA-489B-9F73-CD447548011D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6"/>
          <a:stretch>
            <a:fillRect/>
          </a:stretch>
        </p:blipFill>
        <p:spPr>
          <a:xfrm>
            <a:off x="151765" y="448945"/>
            <a:ext cx="381000" cy="381000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EFB14377-BE27-4D0D-A2C3-CC304D37F987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0495" y="2764153"/>
            <a:ext cx="381635" cy="381635"/>
          </a:xfrm>
          <a:prstGeom prst="rect">
            <a:avLst/>
          </a:prstGeom>
        </p:spPr>
      </p:pic>
      <p:sp>
        <p:nvSpPr>
          <p:cNvPr id="23" name="圆角矩形 20">
            <a:extLst>
              <a:ext uri="{FF2B5EF4-FFF2-40B4-BE49-F238E27FC236}">
                <a16:creationId xmlns:a16="http://schemas.microsoft.com/office/drawing/2014/main" id="{DBA8E7EE-A80C-476B-86C8-2321054208D8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90805" y="2832051"/>
            <a:ext cx="36000" cy="216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A63BE8C0-FF35-41BE-95CD-603D8E4D7FFE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0495" y="3224212"/>
            <a:ext cx="381635" cy="381635"/>
          </a:xfrm>
          <a:prstGeom prst="rect">
            <a:avLst/>
          </a:prstGeom>
        </p:spPr>
      </p:pic>
      <p:sp>
        <p:nvSpPr>
          <p:cNvPr id="24" name="文本框 23">
            <a:extLst>
              <a:ext uri="{FF2B5EF4-FFF2-40B4-BE49-F238E27FC236}">
                <a16:creationId xmlns:a16="http://schemas.microsoft.com/office/drawing/2014/main" id="{889A8D85-3BEF-43A1-9CB7-39027073A25A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504190" y="94551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u="sng" dirty="0"/>
              <a:t>PPT1</a:t>
            </a:r>
            <a:endParaRPr lang="zh-CN" altLang="en-US" u="sng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62F836B-D816-4A23-8FA4-CD9CC7C6B631}"/>
              </a:ext>
            </a:extLst>
          </p:cNvPr>
          <p:cNvSpPr txBox="1"/>
          <p:nvPr>
            <p:custDataLst>
              <p:tags r:id="rId14"/>
            </p:custDataLst>
          </p:nvPr>
        </p:nvSpPr>
        <p:spPr>
          <a:xfrm>
            <a:off x="504190" y="138874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PPT2</a:t>
            </a:r>
            <a:endParaRPr lang="zh-CN" altLang="en-US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632F071C-1807-4C44-8331-2664E4CAEF1C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532130" y="1874604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PPT3</a:t>
            </a:r>
            <a:endParaRPr lang="zh-CN" altLang="en-US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61E3FB32-AC68-4E6C-A4B9-C034E8A5FDA5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504190" y="2315789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PPT4</a:t>
            </a:r>
            <a:endParaRPr lang="zh-CN" altLang="en-US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09878A99-9BCD-47D7-B387-920B52C7DB79}"/>
              </a:ext>
            </a:extLst>
          </p:cNvPr>
          <p:cNvSpPr txBox="1"/>
          <p:nvPr>
            <p:custDataLst>
              <p:tags r:id="rId17"/>
            </p:custDataLst>
          </p:nvPr>
        </p:nvSpPr>
        <p:spPr>
          <a:xfrm>
            <a:off x="504190" y="2755901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PPT5</a:t>
            </a:r>
            <a:endParaRPr lang="zh-CN" altLang="en-US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E5B5DDC1-02CF-4ED1-B985-DC3299E340D6}"/>
              </a:ext>
            </a:extLst>
          </p:cNvPr>
          <p:cNvSpPr txBox="1"/>
          <p:nvPr>
            <p:custDataLst>
              <p:tags r:id="rId18"/>
            </p:custDataLst>
          </p:nvPr>
        </p:nvSpPr>
        <p:spPr>
          <a:xfrm>
            <a:off x="504190" y="3224728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PPT6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ldLvl="0" animBg="1"/>
      <p:bldP spid="23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05785918-81BE-4666-B952-674FDEF0AFA0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30" y="12700"/>
            <a:ext cx="12191365" cy="6858000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CABE34D1-F41F-475E-92B7-F4BF6589314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-13970" y="-12700"/>
            <a:ext cx="2362835" cy="6858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gradFill>
                <a:gsLst>
                  <a:gs pos="0">
                    <a:srgbClr val="9EE256"/>
                  </a:gs>
                  <a:gs pos="100000">
                    <a:srgbClr val="52762D"/>
                  </a:gs>
                </a:gsLst>
                <a:lin scaled="0"/>
              </a:gra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6529552-127C-4EFE-AD6B-1C0361C8CF4F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sym typeface="+mn-ea"/>
              </a:rPr>
              <a:t>jingcheng</a:t>
            </a:r>
            <a:r>
              <a:rPr lang="en-US" altLang="zh-CN" dirty="0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sym typeface="+mn-ea"/>
              </a:rPr>
              <a:t> </a:t>
            </a:r>
            <a:r>
              <a:rPr lang="en-US" altLang="zh-CN" b="1" dirty="0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sym typeface="+mn-ea"/>
              </a:rPr>
              <a:t>OS</a:t>
            </a:r>
            <a:endParaRPr lang="en-US" altLang="zh-CN" b="1" dirty="0">
              <a:gradFill>
                <a:gsLst>
                  <a:gs pos="0">
                    <a:srgbClr val="14CD68"/>
                  </a:gs>
                  <a:gs pos="100000">
                    <a:srgbClr val="035C7D"/>
                  </a:gs>
                </a:gsLst>
                <a:lin scaled="0"/>
              </a:gradFill>
            </a:endParaRPr>
          </a:p>
          <a:p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271C94B-7E31-450C-8865-5C8D2C786B6B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221105" y="-127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/>
              <a:t>_</a:t>
            </a:r>
          </a:p>
        </p:txBody>
      </p:sp>
      <p:pic>
        <p:nvPicPr>
          <p:cNvPr id="12" name="图片 11" descr="系统返回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F0F2D472-8811-40DC-A281-8BAADF1D4EC3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2"/>
          <a:stretch>
            <a:fillRect/>
          </a:stretch>
        </p:blipFill>
        <p:spPr>
          <a:xfrm>
            <a:off x="151765" y="448945"/>
            <a:ext cx="381000" cy="381000"/>
          </a:xfrm>
          <a:prstGeom prst="rect">
            <a:avLst/>
          </a:prstGeom>
        </p:spPr>
      </p:pic>
      <p:pic>
        <p:nvPicPr>
          <p:cNvPr id="13" name="图片 12" descr="主页">
            <a:extLst>
              <a:ext uri="{FF2B5EF4-FFF2-40B4-BE49-F238E27FC236}">
                <a16:creationId xmlns:a16="http://schemas.microsoft.com/office/drawing/2014/main" id="{32CB9D16-0099-4C2E-A9CF-5FDBC4535708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3"/>
          <a:stretch>
            <a:fillRect/>
          </a:stretch>
        </p:blipFill>
        <p:spPr>
          <a:xfrm>
            <a:off x="150495" y="920750"/>
            <a:ext cx="353695" cy="353695"/>
          </a:xfrm>
          <a:prstGeom prst="rect">
            <a:avLst/>
          </a:prstGeom>
        </p:spPr>
      </p:pic>
      <p:pic>
        <p:nvPicPr>
          <p:cNvPr id="14" name="图片 13" descr="视频">
            <a:extLst>
              <a:ext uri="{FF2B5EF4-FFF2-40B4-BE49-F238E27FC236}">
                <a16:creationId xmlns:a16="http://schemas.microsoft.com/office/drawing/2014/main" id="{5AE75B9B-AEAB-4E95-8675-5269571800C8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4"/>
          <a:stretch>
            <a:fillRect/>
          </a:stretch>
        </p:blipFill>
        <p:spPr>
          <a:xfrm>
            <a:off x="150495" y="1365250"/>
            <a:ext cx="382270" cy="382270"/>
          </a:xfrm>
          <a:prstGeom prst="rect">
            <a:avLst/>
          </a:prstGeom>
        </p:spPr>
      </p:pic>
      <p:pic>
        <p:nvPicPr>
          <p:cNvPr id="15" name="图片 14" descr="C:\Users\xiati\Downloads\音乐.png音乐">
            <a:extLst>
              <a:ext uri="{FF2B5EF4-FFF2-40B4-BE49-F238E27FC236}">
                <a16:creationId xmlns:a16="http://schemas.microsoft.com/office/drawing/2014/main" id="{B6AA6B2B-7197-4E8F-B6A5-DDAB8B6C6EAE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5"/>
          <a:srcRect/>
          <a:stretch>
            <a:fillRect/>
          </a:stretch>
        </p:blipFill>
        <p:spPr>
          <a:xfrm>
            <a:off x="150813" y="1798955"/>
            <a:ext cx="381635" cy="382270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5647BB4F-EBA9-4F44-8EFE-96C3A3A82760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0495" y="2288539"/>
            <a:ext cx="381635" cy="381635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9D17A072-D40B-4236-BA5C-BFCD6754E5A3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0495" y="2764153"/>
            <a:ext cx="381635" cy="381635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1EB39297-CA6D-4A86-AACC-D0E17F0C4799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0495" y="3224212"/>
            <a:ext cx="381635" cy="381635"/>
          </a:xfrm>
          <a:prstGeom prst="rect">
            <a:avLst/>
          </a:prstGeom>
        </p:spPr>
      </p:pic>
      <p:sp>
        <p:nvSpPr>
          <p:cNvPr id="25" name="圆角矩形 20">
            <a:extLst>
              <a:ext uri="{FF2B5EF4-FFF2-40B4-BE49-F238E27FC236}">
                <a16:creationId xmlns:a16="http://schemas.microsoft.com/office/drawing/2014/main" id="{C93B2E3B-05DF-4506-B299-2156248B2D8E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90805" y="3307029"/>
            <a:ext cx="36000" cy="216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1A4FC68-8A3D-4D8E-81AA-09CB59469733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504190" y="94551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u="sng" dirty="0"/>
              <a:t>PPT1</a:t>
            </a:r>
            <a:endParaRPr lang="zh-CN" altLang="en-US" u="sng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4EE480FC-DF92-45EC-BAC0-D2A2C5776DC9}"/>
              </a:ext>
            </a:extLst>
          </p:cNvPr>
          <p:cNvSpPr txBox="1"/>
          <p:nvPr>
            <p:custDataLst>
              <p:tags r:id="rId14"/>
            </p:custDataLst>
          </p:nvPr>
        </p:nvSpPr>
        <p:spPr>
          <a:xfrm>
            <a:off x="504190" y="138874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PPT2</a:t>
            </a:r>
            <a:endParaRPr lang="zh-CN" altLang="en-US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54F272F8-0364-4482-81AC-235D5A10C584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532130" y="1874604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PPT3</a:t>
            </a:r>
            <a:endParaRPr lang="zh-CN" altLang="en-US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196D27D2-4712-404C-9384-132A96F1A870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504190" y="2315789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PPT4</a:t>
            </a:r>
            <a:endParaRPr lang="zh-CN" altLang="en-US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906AE7F1-7C39-4B87-935A-B7A7463F6328}"/>
              </a:ext>
            </a:extLst>
          </p:cNvPr>
          <p:cNvSpPr txBox="1"/>
          <p:nvPr>
            <p:custDataLst>
              <p:tags r:id="rId17"/>
            </p:custDataLst>
          </p:nvPr>
        </p:nvSpPr>
        <p:spPr>
          <a:xfrm>
            <a:off x="504190" y="2755901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PPT5</a:t>
            </a:r>
            <a:endParaRPr lang="zh-CN" altLang="en-US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68B93FA0-00BE-4323-B488-75029359C690}"/>
              </a:ext>
            </a:extLst>
          </p:cNvPr>
          <p:cNvSpPr txBox="1"/>
          <p:nvPr>
            <p:custDataLst>
              <p:tags r:id="rId18"/>
            </p:custDataLst>
          </p:nvPr>
        </p:nvSpPr>
        <p:spPr>
          <a:xfrm>
            <a:off x="504190" y="3224728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PPT6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bldLvl="0" animBg="1"/>
      <p:bldP spid="25" grpId="1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YThkYTNiMmYyOWQyMzNhZGJkOWNkYjhlM2MxM2FlOTEifQ=="/>
  <p:tag name="KSO_WPP_MARK_KEY" val="8276dfd5-8e55-49d1-884a-b3756ef8f6d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176_1*a*1"/>
  <p:tag name="KSO_WM_TEMPLATE_CATEGORY" val="custom"/>
  <p:tag name="KSO_WM_TEMPLATE_INDEX" val="20205176"/>
  <p:tag name="KSO_WM_UNIT_LAYERLEVEL" val="1"/>
  <p:tag name="KSO_WM_TAG_VERSION" val="1.0"/>
  <p:tag name="KSO_WM_BEAUTIFY_FLAG" val="#wm#"/>
  <p:tag name="KSO_WM_UNIT_MEDIACOVER_STYLEID" val="1"/>
  <p:tag name="KSO_WM_UNIT_MEDIACOVER_TEXTSTATE" val="0"/>
  <p:tag name="KSO_WM_UNIT_MEDIACOVER_BTN_STATE" val="1"/>
  <p:tag name="KSO_WM_UNIT_MEDIACOVER_BTN_POS" val="c"/>
  <p:tag name="KSO_WM_UNIT_MEDIACOVER_BTN_STYLE" val="ee0bc779c1f3d7f3e90c96344320e69a"/>
  <p:tag name="KSO_WM_UNIT_MEDIACOVER_RGB" val="000000"/>
  <p:tag name="KSO_WM_UNIT_MEDIACOVER_TRANSPARENCY" val="0.5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MEDIACOVER_STYLEID" val="1"/>
  <p:tag name="KSO_WM_UNIT_MEDIACOVER_TEXTSTATE" val="0"/>
  <p:tag name="KSO_WM_UNIT_MEDIACOVER_BTN_STATE" val="1"/>
  <p:tag name="KSO_WM_UNIT_MEDIACOVER_BTN_POS" val="c"/>
  <p:tag name="KSO_WM_UNIT_MEDIACOVER_BTN_STYLE" val="ee0bc779c1f3d7f3e90c96344320e69a"/>
  <p:tag name="KSO_WM_UNIT_MEDIACOVER_RGB" val="000000"/>
  <p:tag name="KSO_WM_UNIT_MEDIACOVER_TRANSPARENCY" val="0.5"/>
  <p:tag name="KSO_WM_UNIT_MEDIACOVER_TEXT" val="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MEDIACOVER_STYLEID" val="1"/>
  <p:tag name="KSO_WM_UNIT_MEDIACOVER_TEXTSTATE" val="0"/>
  <p:tag name="KSO_WM_UNIT_MEDIACOVER_BTN_STATE" val="1"/>
  <p:tag name="KSO_WM_UNIT_MEDIACOVER_BTN_POS" val="c"/>
  <p:tag name="KSO_WM_UNIT_MEDIACOVER_BTN_STYLE" val="ee0bc779c1f3d7f3e90c96344320e69a"/>
  <p:tag name="KSO_WM_UNIT_MEDIACOVER_RGB" val="000000"/>
  <p:tag name="KSO_WM_UNIT_MEDIACOVER_TRANSPARENCY" val="0.5"/>
  <p:tag name="KSO_WM_UNIT_MEDIACOVER_TEXT" val="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MEDIACOVER_STYLEID" val="1"/>
  <p:tag name="KSO_WM_UNIT_MEDIACOVER_TEXTSTATE" val="0"/>
  <p:tag name="KSO_WM_UNIT_MEDIACOVER_BTN_STATE" val="1"/>
  <p:tag name="KSO_WM_UNIT_MEDIACOVER_BTN_POS" val="c"/>
  <p:tag name="KSO_WM_UNIT_MEDIACOVER_BTN_STYLE" val="ee0bc779c1f3d7f3e90c96344320e69a"/>
  <p:tag name="KSO_WM_UNIT_MEDIACOVER_RGB" val="000000"/>
  <p:tag name="KSO_WM_UNIT_MEDIACOVER_TRANSPARENCY" val="0.5"/>
  <p:tag name="KSO_WM_UNIT_MEDIACOVER_TEXT" val="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MEDIACOVER_STYLEID" val="1"/>
  <p:tag name="KSO_WM_UNIT_MEDIACOVER_TEXTSTATE" val="0"/>
  <p:tag name="KSO_WM_UNIT_MEDIACOVER_BTN_STATE" val="1"/>
  <p:tag name="KSO_WM_UNIT_MEDIACOVER_BTN_POS" val="c"/>
  <p:tag name="KSO_WM_UNIT_MEDIACOVER_BTN_STYLE" val="ee0bc779c1f3d7f3e90c96344320e69a"/>
  <p:tag name="KSO_WM_UNIT_MEDIACOVER_RGB" val="000000"/>
  <p:tag name="KSO_WM_UNIT_MEDIACOVER_TRANSPARENCY" val="0.5"/>
  <p:tag name="KSO_WM_UNIT_MEDIACOVER_TEXT" val="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MEDIACOVER_STYLEID" val="1"/>
  <p:tag name="KSO_WM_UNIT_MEDIACOVER_TEXTSTATE" val="0"/>
  <p:tag name="KSO_WM_UNIT_MEDIACOVER_BTN_STATE" val="1"/>
  <p:tag name="KSO_WM_UNIT_MEDIACOVER_BTN_POS" val="c"/>
  <p:tag name="KSO_WM_UNIT_MEDIACOVER_BTN_STYLE" val="ee0bc779c1f3d7f3e90c96344320e69a"/>
  <p:tag name="KSO_WM_UNIT_MEDIACOVER_RGB" val="000000"/>
  <p:tag name="KSO_WM_UNIT_MEDIACOVER_TRANSPARENCY" val="0.5"/>
  <p:tag name="KSO_WM_UNIT_MEDIACOVER_TEXT" val="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MEDIACOVER_STYLEID" val="1"/>
  <p:tag name="KSO_WM_UNIT_MEDIACOVER_TEXTSTATE" val="0"/>
  <p:tag name="KSO_WM_UNIT_MEDIACOVER_BTN_STATE" val="1"/>
  <p:tag name="KSO_WM_UNIT_MEDIACOVER_BTN_POS" val="c"/>
  <p:tag name="KSO_WM_UNIT_MEDIACOVER_BTN_STYLE" val="ee0bc779c1f3d7f3e90c96344320e69a"/>
  <p:tag name="KSO_WM_UNIT_MEDIACOVER_RGB" val="000000"/>
  <p:tag name="KSO_WM_UNIT_MEDIACOVER_TRANSPARENCY" val="0.5"/>
  <p:tag name="KSO_WM_UNIT_MEDIACOVER_TEXT" val="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MEDIACOVER_STYLEID" val="1"/>
  <p:tag name="KSO_WM_UNIT_MEDIACOVER_TEXTSTATE" val="0"/>
  <p:tag name="KSO_WM_UNIT_MEDIACOVER_BTN_STATE" val="1"/>
  <p:tag name="KSO_WM_UNIT_MEDIACOVER_BTN_POS" val="c"/>
  <p:tag name="KSO_WM_UNIT_MEDIACOVER_BTN_STYLE" val="ee0bc779c1f3d7f3e90c96344320e69a"/>
  <p:tag name="KSO_WM_UNIT_MEDIACOVER_RGB" val="000000"/>
  <p:tag name="KSO_WM_UNIT_MEDIACOVER_TRANSPARENCY" val="0.5"/>
  <p:tag name="KSO_WM_BEAUTIFY_FLAG" val="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MEDIACOVER_STYLEID" val="1"/>
  <p:tag name="KSO_WM_UNIT_MEDIACOVER_TEXTSTATE" val="0"/>
  <p:tag name="KSO_WM_UNIT_MEDIACOVER_BTN_STATE" val="1"/>
  <p:tag name="KSO_WM_UNIT_MEDIACOVER_BTN_POS" val="c"/>
  <p:tag name="KSO_WM_UNIT_MEDIACOVER_BTN_STYLE" val="ee0bc779c1f3d7f3e90c96344320e69a"/>
  <p:tag name="KSO_WM_UNIT_MEDIACOVER_RGB" val="000000"/>
  <p:tag name="KSO_WM_UNIT_MEDIACOVER_TRANSPARENCY" val="0.5"/>
  <p:tag name="KSO_WM_UNIT_MEDIACOVER_TEXT" val=""/>
  <p:tag name="KSO_WM_BEAUTIFY_FLAG" val="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MEDIACOVER_STYLEID" val="1"/>
  <p:tag name="KSO_WM_UNIT_MEDIACOVER_TEXTSTATE" val="0"/>
  <p:tag name="KSO_WM_UNIT_MEDIACOVER_BTN_STATE" val="1"/>
  <p:tag name="KSO_WM_UNIT_MEDIACOVER_BTN_POS" val="c"/>
  <p:tag name="KSO_WM_UNIT_MEDIACOVER_BTN_STYLE" val="ee0bc779c1f3d7f3e90c96344320e69a"/>
  <p:tag name="KSO_WM_UNIT_MEDIACOVER_RGB" val="000000"/>
  <p:tag name="KSO_WM_UNIT_MEDIACOVER_TRANSPARENCY" val="0.5"/>
  <p:tag name="KSO_WM_UNIT_MEDIACOVER_TEXT" val=""/>
  <p:tag name="KSO_WM_BEAUTIFY_FLAG" val="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MEDIACOVER_STYLEID" val="1"/>
  <p:tag name="KSO_WM_UNIT_MEDIACOVER_TEXTSTATE" val="0"/>
  <p:tag name="KSO_WM_UNIT_MEDIACOVER_BTN_STATE" val="1"/>
  <p:tag name="KSO_WM_UNIT_MEDIACOVER_BTN_POS" val="c"/>
  <p:tag name="KSO_WM_UNIT_MEDIACOVER_BTN_STYLE" val="ee0bc779c1f3d7f3e90c96344320e69a"/>
  <p:tag name="KSO_WM_UNIT_MEDIACOVER_RGB" val="000000"/>
  <p:tag name="KSO_WM_UNIT_MEDIACOVER_TRANSPARENCY" val="0.5"/>
  <p:tag name="KSO_WM_UNIT_MEDIACOVER_TEXT" val=""/>
  <p:tag name="KSO_WM_BEAUTIFY_FLAG" val="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MEDIACOVER_STYLEID" val="1"/>
  <p:tag name="KSO_WM_UNIT_MEDIACOVER_TEXTSTATE" val="0"/>
  <p:tag name="KSO_WM_UNIT_MEDIACOVER_BTN_STATE" val="1"/>
  <p:tag name="KSO_WM_UNIT_MEDIACOVER_BTN_POS" val="c"/>
  <p:tag name="KSO_WM_UNIT_MEDIACOVER_BTN_STYLE" val="ee0bc779c1f3d7f3e90c96344320e69a"/>
  <p:tag name="KSO_WM_UNIT_MEDIACOVER_RGB" val="000000"/>
  <p:tag name="KSO_WM_UNIT_MEDIACOVER_TRANSPARENCY" val="0.5"/>
  <p:tag name="KSO_WM_UNIT_MEDIACOVER_TEXT" val=""/>
  <p:tag name="KSO_WM_BEAUTIFY_FLAG" val="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MEDIACOVER_STYLEID" val="1"/>
  <p:tag name="KSO_WM_UNIT_MEDIACOVER_TEXTSTATE" val="0"/>
  <p:tag name="KSO_WM_UNIT_MEDIACOVER_BTN_STATE" val="1"/>
  <p:tag name="KSO_WM_UNIT_MEDIACOVER_BTN_POS" val="c"/>
  <p:tag name="KSO_WM_UNIT_MEDIACOVER_BTN_STYLE" val="ee0bc779c1f3d7f3e90c96344320e69a"/>
  <p:tag name="KSO_WM_UNIT_MEDIACOVER_RGB" val="000000"/>
  <p:tag name="KSO_WM_UNIT_MEDIACOVER_TRANSPARENCY" val="0.5"/>
  <p:tag name="KSO_WM_UNIT_MEDIACOVER_TEXT" val=""/>
  <p:tag name="KSO_WM_BEAUTIFY_FLAG" val="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MEDIACOVER_STYLEID" val="1"/>
  <p:tag name="KSO_WM_UNIT_MEDIACOVER_TEXTSTATE" val="0"/>
  <p:tag name="KSO_WM_UNIT_MEDIACOVER_BTN_STATE" val="1"/>
  <p:tag name="KSO_WM_UNIT_MEDIACOVER_BTN_POS" val="c"/>
  <p:tag name="KSO_WM_UNIT_MEDIACOVER_BTN_STYLE" val="ee0bc779c1f3d7f3e90c96344320e69a"/>
  <p:tag name="KSO_WM_UNIT_MEDIACOVER_RGB" val="000000"/>
  <p:tag name="KSO_WM_UNIT_MEDIACOVER_TRANSPARENCY" val="0.5"/>
  <p:tag name="KSO_WM_UNIT_MEDIACOVER_TEXT" val=""/>
  <p:tag name="KSO_WM_BEAUTIFY_FLAG" val="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MEDIACOVER_STYLEID" val="1"/>
  <p:tag name="KSO_WM_UNIT_MEDIACOVER_TEXTSTATE" val="0"/>
  <p:tag name="KSO_WM_UNIT_MEDIACOVER_BTN_STATE" val="1"/>
  <p:tag name="KSO_WM_UNIT_MEDIACOVER_BTN_POS" val="c"/>
  <p:tag name="KSO_WM_UNIT_MEDIACOVER_BTN_STYLE" val="ee0bc779c1f3d7f3e90c96344320e69a"/>
  <p:tag name="KSO_WM_UNIT_MEDIACOVER_RGB" val="000000"/>
  <p:tag name="KSO_WM_UNIT_MEDIACOVER_TRANSPARENCY" val="0.5"/>
  <p:tag name="KSO_WM_UNIT_MEDIACOVER_TEXT" val=""/>
  <p:tag name="KSO_WM_BEAUTIFY_FLAG" val="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MEDIACOVER_STYLEID" val="1"/>
  <p:tag name="KSO_WM_UNIT_MEDIACOVER_TEXTSTATE" val="0"/>
  <p:tag name="KSO_WM_UNIT_MEDIACOVER_BTN_STATE" val="1"/>
  <p:tag name="KSO_WM_UNIT_MEDIACOVER_BTN_POS" val="c"/>
  <p:tag name="KSO_WM_UNIT_MEDIACOVER_BTN_STYLE" val="ee0bc779c1f3d7f3e90c96344320e69a"/>
  <p:tag name="KSO_WM_UNIT_MEDIACOVER_RGB" val="000000"/>
  <p:tag name="KSO_WM_UNIT_MEDIACOVER_TRANSPARENCY" val="0.5"/>
  <p:tag name="KSO_WM_UNIT_MEDIACOVER_TEXT" val=""/>
  <p:tag name="KSO_WM_BEAUTIFY_FLAG" val="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MEDIACOVER_STYLEID" val="1"/>
  <p:tag name="KSO_WM_UNIT_MEDIACOVER_TEXTSTATE" val="0"/>
  <p:tag name="KSO_WM_UNIT_MEDIACOVER_BTN_STATE" val="1"/>
  <p:tag name="KSO_WM_UNIT_MEDIACOVER_BTN_POS" val="c"/>
  <p:tag name="KSO_WM_UNIT_MEDIACOVER_BTN_STYLE" val="ee0bc779c1f3d7f3e90c96344320e69a"/>
  <p:tag name="KSO_WM_UNIT_MEDIACOVER_RGB" val="000000"/>
  <p:tag name="KSO_WM_UNIT_MEDIACOVER_TRANSPARENCY" val="0.5"/>
  <p:tag name="KSO_WM_UNIT_MEDIACOVER_TEXT" val=""/>
  <p:tag name="KSO_WM_BEAUTIFY_FLAG" val="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MEDIACOVER_STYLEID" val="1"/>
  <p:tag name="KSO_WM_UNIT_MEDIACOVER_TEXTSTATE" val="0"/>
  <p:tag name="KSO_WM_UNIT_MEDIACOVER_BTN_STATE" val="1"/>
  <p:tag name="KSO_WM_UNIT_MEDIACOVER_BTN_POS" val="c"/>
  <p:tag name="KSO_WM_UNIT_MEDIACOVER_BTN_STYLE" val="ee0bc779c1f3d7f3e90c96344320e69a"/>
  <p:tag name="KSO_WM_UNIT_MEDIACOVER_RGB" val="000000"/>
  <p:tag name="KSO_WM_UNIT_MEDIACOVER_TRANSPARENCY" val="0.5"/>
  <p:tag name="KSO_WM_UNIT_MEDIACOVER_TEXT" val=""/>
  <p:tag name="KSO_WM_BEAUTIFY_FLAG" val="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MEDIACOVER_STYLEID" val="1"/>
  <p:tag name="KSO_WM_UNIT_MEDIACOVER_TEXTSTATE" val="0"/>
  <p:tag name="KSO_WM_UNIT_MEDIACOVER_BTN_STATE" val="1"/>
  <p:tag name="KSO_WM_UNIT_MEDIACOVER_BTN_POS" val="c"/>
  <p:tag name="KSO_WM_UNIT_MEDIACOVER_BTN_STYLE" val="ee0bc779c1f3d7f3e90c96344320e69a"/>
  <p:tag name="KSO_WM_UNIT_MEDIACOVER_RGB" val="000000"/>
  <p:tag name="KSO_WM_UNIT_MEDIACOVER_TRANSPARENCY" val="0.5"/>
  <p:tag name="KSO_WM_UNIT_MEDIACOVER_TEXT" val=""/>
  <p:tag name="KSO_WM_BEAUTIFY_FLAG" val="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MEDIACOVER_STYLEID" val="1"/>
  <p:tag name="KSO_WM_UNIT_MEDIACOVER_TEXTSTATE" val="0"/>
  <p:tag name="KSO_WM_UNIT_MEDIACOVER_BTN_STATE" val="1"/>
  <p:tag name="KSO_WM_UNIT_MEDIACOVER_BTN_POS" val="c"/>
  <p:tag name="KSO_WM_UNIT_MEDIACOVER_BTN_STYLE" val="ee0bc779c1f3d7f3e90c96344320e69a"/>
  <p:tag name="KSO_WM_UNIT_MEDIACOVER_RGB" val="000000"/>
  <p:tag name="KSO_WM_UNIT_MEDIACOVER_TRANSPARENCY" val="0.5"/>
  <p:tag name="KSO_WM_UNIT_MEDIACOVER_TEXT" val="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MEDIACOVER_STYLEID" val="1"/>
  <p:tag name="KSO_WM_UNIT_MEDIACOVER_TEXTSTATE" val="0"/>
  <p:tag name="KSO_WM_UNIT_MEDIACOVER_BTN_STATE" val="1"/>
  <p:tag name="KSO_WM_UNIT_MEDIACOVER_BTN_POS" val="c"/>
  <p:tag name="KSO_WM_UNIT_MEDIACOVER_BTN_STYLE" val="ee0bc779c1f3d7f3e90c96344320e69a"/>
  <p:tag name="KSO_WM_UNIT_MEDIACOVER_RGB" val="000000"/>
  <p:tag name="KSO_WM_UNIT_MEDIACOVER_TRANSPARENCY" val="0.5"/>
  <p:tag name="KSO_WM_UNIT_MEDIACOVER_TEXT" val="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MEDIACOVER_STYLEID" val="1"/>
  <p:tag name="KSO_WM_UNIT_MEDIACOVER_TEXTSTATE" val="0"/>
  <p:tag name="KSO_WM_UNIT_MEDIACOVER_BTN_STATE" val="1"/>
  <p:tag name="KSO_WM_UNIT_MEDIACOVER_BTN_POS" val="c"/>
  <p:tag name="KSO_WM_UNIT_MEDIACOVER_BTN_STYLE" val="ee0bc779c1f3d7f3e90c96344320e69a"/>
  <p:tag name="KSO_WM_UNIT_MEDIACOVER_RGB" val="000000"/>
  <p:tag name="KSO_WM_UNIT_MEDIACOVER_TRANSPARENCY" val="0.5"/>
  <p:tag name="KSO_WM_UNIT_MEDIACOVER_TEXT" val=""/>
  <p:tag name="KSO_WM_BEAUTIFY_FLAG" val="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MEDIACOVER_STYLEID" val="1"/>
  <p:tag name="KSO_WM_UNIT_MEDIACOVER_TEXTSTATE" val="0"/>
  <p:tag name="KSO_WM_UNIT_MEDIACOVER_BTN_STATE" val="1"/>
  <p:tag name="KSO_WM_UNIT_MEDIACOVER_BTN_POS" val="c"/>
  <p:tag name="KSO_WM_UNIT_MEDIACOVER_BTN_STYLE" val="ee0bc779c1f3d7f3e90c96344320e69a"/>
  <p:tag name="KSO_WM_UNIT_MEDIACOVER_RGB" val="000000"/>
  <p:tag name="KSO_WM_UNIT_MEDIACOVER_TRANSPARENCY" val="0.5"/>
  <p:tag name="KSO_WM_UNIT_MEDIACOVER_TEXT" val="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MEDIACOVER_STYLEID" val="1"/>
  <p:tag name="KSO_WM_UNIT_MEDIACOVER_TEXTSTATE" val="0"/>
  <p:tag name="KSO_WM_UNIT_MEDIACOVER_BTN_STATE" val="1"/>
  <p:tag name="KSO_WM_UNIT_MEDIACOVER_BTN_POS" val="c"/>
  <p:tag name="KSO_WM_UNIT_MEDIACOVER_BTN_STYLE" val="ee0bc779c1f3d7f3e90c96344320e69a"/>
  <p:tag name="KSO_WM_UNIT_MEDIACOVER_RGB" val="000000"/>
  <p:tag name="KSO_WM_UNIT_MEDIACOVER_TRANSPARENCY" val="0.5"/>
  <p:tag name="KSO_WM_UNIT_MEDIACOVER_TEXT" val=""/>
  <p:tag name="KSO_WM_BEAUTIFY_FLAG" val="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MEDIACOVER_STYLEID" val="1"/>
  <p:tag name="KSO_WM_UNIT_MEDIACOVER_TEXTSTATE" val="0"/>
  <p:tag name="KSO_WM_UNIT_MEDIACOVER_BTN_STATE" val="1"/>
  <p:tag name="KSO_WM_UNIT_MEDIACOVER_BTN_POS" val="c"/>
  <p:tag name="KSO_WM_UNIT_MEDIACOVER_BTN_STYLE" val="ee0bc779c1f3d7f3e90c96344320e69a"/>
  <p:tag name="KSO_WM_UNIT_MEDIACOVER_RGB" val="000000"/>
  <p:tag name="KSO_WM_UNIT_MEDIACOVER_TRANSPARENCY" val="0.5"/>
  <p:tag name="KSO_WM_UNIT_MEDIACOVER_TEXT" val=""/>
  <p:tag name="KSO_WM_BEAUTIFY_FLAG" val="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MEDIACOVER_STYLEID" val="1"/>
  <p:tag name="KSO_WM_UNIT_MEDIACOVER_TEXTSTATE" val="0"/>
  <p:tag name="KSO_WM_UNIT_MEDIACOVER_BTN_STATE" val="1"/>
  <p:tag name="KSO_WM_UNIT_MEDIACOVER_BTN_POS" val="c"/>
  <p:tag name="KSO_WM_UNIT_MEDIACOVER_BTN_STYLE" val="ee0bc779c1f3d7f3e90c96344320e69a"/>
  <p:tag name="KSO_WM_UNIT_MEDIACOVER_RGB" val="000000"/>
  <p:tag name="KSO_WM_UNIT_MEDIACOVER_TRANSPARENCY" val="0.5"/>
  <p:tag name="KSO_WM_UNIT_MEDIACOVER_TEXT" val="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MEDIACOVER_STYLEID" val="1"/>
  <p:tag name="KSO_WM_UNIT_MEDIACOVER_TEXTSTATE" val="0"/>
  <p:tag name="KSO_WM_UNIT_MEDIACOVER_BTN_STATE" val="1"/>
  <p:tag name="KSO_WM_UNIT_MEDIACOVER_BTN_POS" val="c"/>
  <p:tag name="KSO_WM_UNIT_MEDIACOVER_BTN_STYLE" val="ee0bc779c1f3d7f3e90c96344320e69a"/>
  <p:tag name="KSO_WM_UNIT_MEDIACOVER_RGB" val="000000"/>
  <p:tag name="KSO_WM_UNIT_MEDIACOVER_TRANSPARENCY" val="0.5"/>
  <p:tag name="KSO_WM_UNIT_MEDIACOVER_TEXT" val=""/>
  <p:tag name="KSO_WM_BEAUTIFY_FLAG" val="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MEDIACOVER_STYLEID" val="1"/>
  <p:tag name="KSO_WM_UNIT_MEDIACOVER_TEXTSTATE" val="0"/>
  <p:tag name="KSO_WM_UNIT_MEDIACOVER_BTN_STATE" val="1"/>
  <p:tag name="KSO_WM_UNIT_MEDIACOVER_BTN_POS" val="c"/>
  <p:tag name="KSO_WM_UNIT_MEDIACOVER_BTN_STYLE" val="ee0bc779c1f3d7f3e90c96344320e69a"/>
  <p:tag name="KSO_WM_UNIT_MEDIACOVER_RGB" val="000000"/>
  <p:tag name="KSO_WM_UNIT_MEDIACOVER_TRANSPARENCY" val="0.5"/>
  <p:tag name="KSO_WM_UNIT_MEDIACOVER_TEXT" val=""/>
  <p:tag name="KSO_WM_BEAUTIFY_FLAG" val="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MEDIACOVER_STYLEID" val="1"/>
  <p:tag name="KSO_WM_UNIT_MEDIACOVER_TEXTSTATE" val="0"/>
  <p:tag name="KSO_WM_UNIT_MEDIACOVER_BTN_STATE" val="1"/>
  <p:tag name="KSO_WM_UNIT_MEDIACOVER_BTN_POS" val="c"/>
  <p:tag name="KSO_WM_UNIT_MEDIACOVER_BTN_STYLE" val="ee0bc779c1f3d7f3e90c96344320e69a"/>
  <p:tag name="KSO_WM_UNIT_MEDIACOVER_RGB" val="000000"/>
  <p:tag name="KSO_WM_UNIT_MEDIACOVER_TRANSPARENCY" val="0.5"/>
  <p:tag name="KSO_WM_UNIT_MEDIACOVER_TEXT" val=""/>
  <p:tag name="KSO_WM_BEAUTIFY_FLAG" val="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MEDIACOVER_STYLEID" val="1"/>
  <p:tag name="KSO_WM_UNIT_MEDIACOVER_TEXTSTATE" val="0"/>
  <p:tag name="KSO_WM_UNIT_MEDIACOVER_BTN_STATE" val="1"/>
  <p:tag name="KSO_WM_UNIT_MEDIACOVER_BTN_POS" val="c"/>
  <p:tag name="KSO_WM_UNIT_MEDIACOVER_BTN_STYLE" val="ee0bc779c1f3d7f3e90c96344320e69a"/>
  <p:tag name="KSO_WM_UNIT_MEDIACOVER_RGB" val="000000"/>
  <p:tag name="KSO_WM_UNIT_MEDIACOVER_TRANSPARENCY" val="0.5"/>
  <p:tag name="KSO_WM_UNIT_MEDIACOVER_TEXT" val=""/>
  <p:tag name="KSO_WM_BEAUTIFY_FLAG" val="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MEDIACOVER_STYLEID" val="1"/>
  <p:tag name="KSO_WM_UNIT_MEDIACOVER_TEXTSTATE" val="0"/>
  <p:tag name="KSO_WM_UNIT_MEDIACOVER_BTN_STATE" val="1"/>
  <p:tag name="KSO_WM_UNIT_MEDIACOVER_BTN_POS" val="c"/>
  <p:tag name="KSO_WM_UNIT_MEDIACOVER_BTN_STYLE" val="ee0bc779c1f3d7f3e90c96344320e69a"/>
  <p:tag name="KSO_WM_UNIT_MEDIACOVER_RGB" val="000000"/>
  <p:tag name="KSO_WM_UNIT_MEDIACOVER_TRANSPARENCY" val="0.5"/>
  <p:tag name="KSO_WM_UNIT_MEDIACOVER_TEXT" val=""/>
  <p:tag name="KSO_WM_BEAUTIFY_FLAG" val="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MEDIACOVER_STYLEID" val="1"/>
  <p:tag name="KSO_WM_UNIT_MEDIACOVER_TEXTSTATE" val="0"/>
  <p:tag name="KSO_WM_UNIT_MEDIACOVER_BTN_STATE" val="1"/>
  <p:tag name="KSO_WM_UNIT_MEDIACOVER_BTN_POS" val="c"/>
  <p:tag name="KSO_WM_UNIT_MEDIACOVER_BTN_STYLE" val="ee0bc779c1f3d7f3e90c96344320e69a"/>
  <p:tag name="KSO_WM_UNIT_MEDIACOVER_RGB" val="000000"/>
  <p:tag name="KSO_WM_UNIT_MEDIACOVER_TRANSPARENCY" val="0.5"/>
  <p:tag name="KSO_WM_UNIT_MEDIACOVER_TEXT" val=""/>
  <p:tag name="KSO_WM_BEAUTIFY_FLAG" val="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MEDIACOVER_STYLEID" val="1"/>
  <p:tag name="KSO_WM_UNIT_MEDIACOVER_TEXTSTATE" val="0"/>
  <p:tag name="KSO_WM_UNIT_MEDIACOVER_BTN_STATE" val="1"/>
  <p:tag name="KSO_WM_UNIT_MEDIACOVER_BTN_POS" val="c"/>
  <p:tag name="KSO_WM_UNIT_MEDIACOVER_BTN_STYLE" val="ee0bc779c1f3d7f3e90c96344320e69a"/>
  <p:tag name="KSO_WM_UNIT_MEDIACOVER_RGB" val="000000"/>
  <p:tag name="KSO_WM_UNIT_MEDIACOVER_TRANSPARENCY" val="0.5"/>
  <p:tag name="KSO_WM_UNIT_MEDIACOVER_TEXT" val=""/>
  <p:tag name="KSO_WM_BEAUTIFY_FLAG" val="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MEDIACOVER_STYLEID" val="1"/>
  <p:tag name="KSO_WM_UNIT_MEDIACOVER_TEXTSTATE" val="0"/>
  <p:tag name="KSO_WM_UNIT_MEDIACOVER_BTN_STATE" val="1"/>
  <p:tag name="KSO_WM_UNIT_MEDIACOVER_BTN_POS" val="c"/>
  <p:tag name="KSO_WM_UNIT_MEDIACOVER_BTN_STYLE" val="ee0bc779c1f3d7f3e90c96344320e69a"/>
  <p:tag name="KSO_WM_UNIT_MEDIACOVER_RGB" val="000000"/>
  <p:tag name="KSO_WM_UNIT_MEDIACOVER_TRANSPARENCY" val="0.5"/>
  <p:tag name="KSO_WM_UNIT_MEDIACOVER_TEXT" val=""/>
  <p:tag name="KSO_WM_BEAUTIFY_FLAG" val="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MEDIACOVER_STYLEID" val="1"/>
  <p:tag name="KSO_WM_UNIT_MEDIACOVER_TEXTSTATE" val="0"/>
  <p:tag name="KSO_WM_UNIT_MEDIACOVER_BTN_STATE" val="1"/>
  <p:tag name="KSO_WM_UNIT_MEDIACOVER_BTN_POS" val="c"/>
  <p:tag name="KSO_WM_UNIT_MEDIACOVER_BTN_STYLE" val="ee0bc779c1f3d7f3e90c96344320e69a"/>
  <p:tag name="KSO_WM_UNIT_MEDIACOVER_RGB" val="000000"/>
  <p:tag name="KSO_WM_UNIT_MEDIACOVER_TRANSPARENCY" val="0.5"/>
  <p:tag name="KSO_WM_UNIT_MEDIACOVER_TEXT" val=""/>
  <p:tag name="KSO_WM_BEAUTIFY_FLAG" val="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MEDIACOVER_STYLEID" val="1"/>
  <p:tag name="KSO_WM_UNIT_MEDIACOVER_TEXTSTATE" val="0"/>
  <p:tag name="KSO_WM_UNIT_MEDIACOVER_BTN_STATE" val="1"/>
  <p:tag name="KSO_WM_UNIT_MEDIACOVER_BTN_POS" val="c"/>
  <p:tag name="KSO_WM_UNIT_MEDIACOVER_BTN_STYLE" val="ee0bc779c1f3d7f3e90c96344320e69a"/>
  <p:tag name="KSO_WM_UNIT_MEDIACOVER_RGB" val="000000"/>
  <p:tag name="KSO_WM_UNIT_MEDIACOVER_TRANSPARENCY" val="0.5"/>
  <p:tag name="KSO_WM_UNIT_MEDIACOVER_TEXT" val="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MEDIACOVER_STYLEID" val="1"/>
  <p:tag name="KSO_WM_UNIT_MEDIACOVER_TEXTSTATE" val="0"/>
  <p:tag name="KSO_WM_UNIT_MEDIACOVER_BTN_STATE" val="1"/>
  <p:tag name="KSO_WM_UNIT_MEDIACOVER_BTN_POS" val="c"/>
  <p:tag name="KSO_WM_UNIT_MEDIACOVER_BTN_STYLE" val="ee0bc779c1f3d7f3e90c96344320e69a"/>
  <p:tag name="KSO_WM_UNIT_MEDIACOVER_RGB" val="000000"/>
  <p:tag name="KSO_WM_UNIT_MEDIACOVER_TRANSPARENCY" val="0.5"/>
  <p:tag name="KSO_WM_UNIT_MEDIACOVER_TEXT" val=""/>
  <p:tag name="KSO_WM_BEAUTIFY_FLAG" val="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MEDIACOVER_STYLEID" val="1"/>
  <p:tag name="KSO_WM_UNIT_MEDIACOVER_TEXTSTATE" val="0"/>
  <p:tag name="KSO_WM_UNIT_MEDIACOVER_BTN_STATE" val="1"/>
  <p:tag name="KSO_WM_UNIT_MEDIACOVER_BTN_POS" val="c"/>
  <p:tag name="KSO_WM_UNIT_MEDIACOVER_BTN_STYLE" val="ee0bc779c1f3d7f3e90c96344320e69a"/>
  <p:tag name="KSO_WM_UNIT_MEDIACOVER_RGB" val="000000"/>
  <p:tag name="KSO_WM_UNIT_MEDIACOVER_TRANSPARENCY" val="0.5"/>
  <p:tag name="KSO_WM_UNIT_MEDIACOVER_TEXT" val=""/>
  <p:tag name="KSO_WM_BEAUTIFY_FLAG" val="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MEDIACOVER_STYLEID" val="1"/>
  <p:tag name="KSO_WM_UNIT_MEDIACOVER_TEXTSTATE" val="0"/>
  <p:tag name="KSO_WM_UNIT_MEDIACOVER_BTN_STATE" val="1"/>
  <p:tag name="KSO_WM_UNIT_MEDIACOVER_BTN_POS" val="c"/>
  <p:tag name="KSO_WM_UNIT_MEDIACOVER_BTN_STYLE" val="ee0bc779c1f3d7f3e90c96344320e69a"/>
  <p:tag name="KSO_WM_UNIT_MEDIACOVER_RGB" val="000000"/>
  <p:tag name="KSO_WM_UNIT_MEDIACOVER_TRANSPARENCY" val="0.5"/>
  <p:tag name="KSO_WM_UNIT_MEDIACOVER_TEXT" val=""/>
  <p:tag name="KSO_WM_BEAUTIFY_FLAG" val="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MEDIACOVER_STYLEID" val="1"/>
  <p:tag name="KSO_WM_UNIT_MEDIACOVER_TEXTSTATE" val="0"/>
  <p:tag name="KSO_WM_UNIT_MEDIACOVER_BTN_STATE" val="1"/>
  <p:tag name="KSO_WM_UNIT_MEDIACOVER_BTN_POS" val="c"/>
  <p:tag name="KSO_WM_UNIT_MEDIACOVER_BTN_STYLE" val="ee0bc779c1f3d7f3e90c96344320e69a"/>
  <p:tag name="KSO_WM_UNIT_MEDIACOVER_RGB" val="000000"/>
  <p:tag name="KSO_WM_UNIT_MEDIACOVER_TRANSPARENCY" val="0.5"/>
  <p:tag name="KSO_WM_UNIT_MEDIACOVER_TEXT" val=""/>
  <p:tag name="KSO_WM_BEAUTIFY_FLAG" val="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MEDIACOVER_STYLEID" val="1"/>
  <p:tag name="KSO_WM_UNIT_MEDIACOVER_TEXTSTATE" val="0"/>
  <p:tag name="KSO_WM_UNIT_MEDIACOVER_BTN_STATE" val="1"/>
  <p:tag name="KSO_WM_UNIT_MEDIACOVER_BTN_POS" val="c"/>
  <p:tag name="KSO_WM_UNIT_MEDIACOVER_BTN_STYLE" val="ee0bc779c1f3d7f3e90c96344320e69a"/>
  <p:tag name="KSO_WM_UNIT_MEDIACOVER_RGB" val="000000"/>
  <p:tag name="KSO_WM_UNIT_MEDIACOVER_TRANSPARENCY" val="0.5"/>
  <p:tag name="KSO_WM_UNIT_MEDIACOVER_TEXT" val=""/>
  <p:tag name="KSO_WM_BEAUTIFY_FLAG" val="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MEDIACOVER_STYLEID" val="1"/>
  <p:tag name="KSO_WM_UNIT_MEDIACOVER_TEXTSTATE" val="0"/>
  <p:tag name="KSO_WM_UNIT_MEDIACOVER_BTN_STATE" val="1"/>
  <p:tag name="KSO_WM_UNIT_MEDIACOVER_BTN_POS" val="c"/>
  <p:tag name="KSO_WM_UNIT_MEDIACOVER_BTN_STYLE" val="ee0bc779c1f3d7f3e90c96344320e69a"/>
  <p:tag name="KSO_WM_UNIT_MEDIACOVER_RGB" val="000000"/>
  <p:tag name="KSO_WM_UNIT_MEDIACOVER_TRANSPARENCY" val="0.5"/>
  <p:tag name="KSO_WM_UNIT_MEDIACOVER_TEXT" val=""/>
  <p:tag name="KSO_WM_BEAUTIFY_FLAG" val="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MEDIACOVER_STYLEID" val="1"/>
  <p:tag name="KSO_WM_UNIT_MEDIACOVER_TEXTSTATE" val="0"/>
  <p:tag name="KSO_WM_UNIT_MEDIACOVER_BTN_STATE" val="1"/>
  <p:tag name="KSO_WM_UNIT_MEDIACOVER_BTN_POS" val="c"/>
  <p:tag name="KSO_WM_UNIT_MEDIACOVER_BTN_STYLE" val="ee0bc779c1f3d7f3e90c96344320e69a"/>
  <p:tag name="KSO_WM_UNIT_MEDIACOVER_RGB" val="000000"/>
  <p:tag name="KSO_WM_UNIT_MEDIACOVER_TRANSPARENCY" val="0.5"/>
  <p:tag name="KSO_WM_UNIT_MEDIACOVER_TEXT" val=""/>
  <p:tag name="KSO_WM_BEAUTIFY_FLAG" val="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MEDIACOVER_STYLEID" val="1"/>
  <p:tag name="KSO_WM_UNIT_MEDIACOVER_TEXTSTATE" val="0"/>
  <p:tag name="KSO_WM_UNIT_MEDIACOVER_BTN_STATE" val="1"/>
  <p:tag name="KSO_WM_UNIT_MEDIACOVER_BTN_POS" val="c"/>
  <p:tag name="KSO_WM_UNIT_MEDIACOVER_BTN_STYLE" val="ee0bc779c1f3d7f3e90c96344320e69a"/>
  <p:tag name="KSO_WM_UNIT_MEDIACOVER_RGB" val="000000"/>
  <p:tag name="KSO_WM_UNIT_MEDIACOVER_TRANSPARENCY" val="0.5"/>
  <p:tag name="KSO_WM_UNIT_MEDIACOVER_TEXT" val=""/>
  <p:tag name="KSO_WM_BEAUTIFY_FLAG" val="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MEDIACOVER_STYLEID" val="1"/>
  <p:tag name="KSO_WM_UNIT_MEDIACOVER_TEXTSTATE" val="0"/>
  <p:tag name="KSO_WM_UNIT_MEDIACOVER_BTN_STATE" val="1"/>
  <p:tag name="KSO_WM_UNIT_MEDIACOVER_BTN_POS" val="c"/>
  <p:tag name="KSO_WM_UNIT_MEDIACOVER_BTN_STYLE" val="ee0bc779c1f3d7f3e90c96344320e69a"/>
  <p:tag name="KSO_WM_UNIT_MEDIACOVER_RGB" val="000000"/>
  <p:tag name="KSO_WM_UNIT_MEDIACOVER_TRANSPARENCY" val="0.5"/>
  <p:tag name="KSO_WM_UNIT_MEDIACOVER_TEXT" val=""/>
  <p:tag name="KSO_WM_BEAUTIFY_FLAG" val="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MEDIACOVER_STYLEID" val="1"/>
  <p:tag name="KSO_WM_UNIT_MEDIACOVER_TEXTSTATE" val="0"/>
  <p:tag name="KSO_WM_UNIT_MEDIACOVER_BTN_STATE" val="1"/>
  <p:tag name="KSO_WM_UNIT_MEDIACOVER_BTN_POS" val="c"/>
  <p:tag name="KSO_WM_UNIT_MEDIACOVER_BTN_STYLE" val="ee0bc779c1f3d7f3e90c96344320e69a"/>
  <p:tag name="KSO_WM_UNIT_MEDIACOVER_RGB" val="000000"/>
  <p:tag name="KSO_WM_UNIT_MEDIACOVER_TRANSPARENCY" val="0.5"/>
  <p:tag name="KSO_WM_UNIT_MEDIACOVER_TEXT" val=""/>
  <p:tag name="KSO_WM_BEAUTIFY_FLAG" val="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MEDIACOVER_STYLEID" val="1"/>
  <p:tag name="KSO_WM_UNIT_MEDIACOVER_TEXTSTATE" val="0"/>
  <p:tag name="KSO_WM_UNIT_MEDIACOVER_BTN_STATE" val="1"/>
  <p:tag name="KSO_WM_UNIT_MEDIACOVER_BTN_POS" val="c"/>
  <p:tag name="KSO_WM_UNIT_MEDIACOVER_BTN_STYLE" val="ee0bc779c1f3d7f3e90c96344320e69a"/>
  <p:tag name="KSO_WM_UNIT_MEDIACOVER_RGB" val="000000"/>
  <p:tag name="KSO_WM_UNIT_MEDIACOVER_TRANSPARENCY" val="0.5"/>
  <p:tag name="KSO_WM_UNIT_MEDIACOVER_TEXT" val=""/>
  <p:tag name="KSO_WM_BEAUTIFY_FLAG" val="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MEDIACOVER_STYLEID" val="1"/>
  <p:tag name="KSO_WM_UNIT_MEDIACOVER_TEXTSTATE" val="0"/>
  <p:tag name="KSO_WM_UNIT_MEDIACOVER_BTN_STATE" val="1"/>
  <p:tag name="KSO_WM_UNIT_MEDIACOVER_BTN_POS" val="c"/>
  <p:tag name="KSO_WM_UNIT_MEDIACOVER_BTN_STYLE" val="ee0bc779c1f3d7f3e90c96344320e69a"/>
  <p:tag name="KSO_WM_UNIT_MEDIACOVER_RGB" val="000000"/>
  <p:tag name="KSO_WM_UNIT_MEDIACOVER_TRANSPARENCY" val="0.5"/>
  <p:tag name="KSO_WM_UNIT_MEDIACOVER_TEXT" val=""/>
  <p:tag name="KSO_WM_BEAUTIFY_FLAG" val="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MEDIACOVER_STYLEID" val="1"/>
  <p:tag name="KSO_WM_UNIT_MEDIACOVER_TEXTSTATE" val="0"/>
  <p:tag name="KSO_WM_UNIT_MEDIACOVER_BTN_STATE" val="1"/>
  <p:tag name="KSO_WM_UNIT_MEDIACOVER_BTN_POS" val="c"/>
  <p:tag name="KSO_WM_UNIT_MEDIACOVER_BTN_STYLE" val="ee0bc779c1f3d7f3e90c96344320e69a"/>
  <p:tag name="KSO_WM_UNIT_MEDIACOVER_RGB" val="000000"/>
  <p:tag name="KSO_WM_UNIT_MEDIACOVER_TRANSPARENCY" val="0.5"/>
  <p:tag name="KSO_WM_UNIT_MEDIACOVER_TEXT" val=""/>
  <p:tag name="KSO_WM_BEAUTIFY_FLAG" val="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MEDIACOVER_STYLEID" val="1"/>
  <p:tag name="KSO_WM_UNIT_MEDIACOVER_TEXTSTATE" val="0"/>
  <p:tag name="KSO_WM_UNIT_MEDIACOVER_BTN_STATE" val="1"/>
  <p:tag name="KSO_WM_UNIT_MEDIACOVER_BTN_POS" val="c"/>
  <p:tag name="KSO_WM_UNIT_MEDIACOVER_BTN_STYLE" val="ee0bc779c1f3d7f3e90c96344320e69a"/>
  <p:tag name="KSO_WM_UNIT_MEDIACOVER_RGB" val="000000"/>
  <p:tag name="KSO_WM_UNIT_MEDIACOVER_TRANSPARENCY" val="0.5"/>
  <p:tag name="KSO_WM_UNIT_MEDIACOVER_TEXT" val=""/>
  <p:tag name="KSO_WM_BEAUTIFY_FLAG" val="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MEDIACOVER_STYLEID" val="1"/>
  <p:tag name="KSO_WM_UNIT_MEDIACOVER_TEXTSTATE" val="0"/>
  <p:tag name="KSO_WM_UNIT_MEDIACOVER_BTN_STATE" val="1"/>
  <p:tag name="KSO_WM_UNIT_MEDIACOVER_BTN_POS" val="c"/>
  <p:tag name="KSO_WM_UNIT_MEDIACOVER_BTN_STYLE" val="ee0bc779c1f3d7f3e90c96344320e69a"/>
  <p:tag name="KSO_WM_UNIT_MEDIACOVER_RGB" val="000000"/>
  <p:tag name="KSO_WM_UNIT_MEDIACOVER_TRANSPARENCY" val="0.5"/>
  <p:tag name="KSO_WM_UNIT_MEDIACOVER_TEXT" val=""/>
  <p:tag name="KSO_WM_BEAUTIFY_FLAG" val="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MEDIACOVER_STYLEID" val="1"/>
  <p:tag name="KSO_WM_UNIT_MEDIACOVER_TEXTSTATE" val="0"/>
  <p:tag name="KSO_WM_UNIT_MEDIACOVER_BTN_STATE" val="1"/>
  <p:tag name="KSO_WM_UNIT_MEDIACOVER_BTN_POS" val="c"/>
  <p:tag name="KSO_WM_UNIT_MEDIACOVER_BTN_STYLE" val="ee0bc779c1f3d7f3e90c96344320e69a"/>
  <p:tag name="KSO_WM_UNIT_MEDIACOVER_RGB" val="000000"/>
  <p:tag name="KSO_WM_UNIT_MEDIACOVER_TRANSPARENCY" val="0.5"/>
  <p:tag name="KSO_WM_UNIT_MEDIACOVER_TEXT" val=""/>
  <p:tag name="KSO_WM_BEAUTIFY_FLAG" val="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MEDIACOVER_STYLEID" val="1"/>
  <p:tag name="KSO_WM_UNIT_MEDIACOVER_TEXTSTATE" val="0"/>
  <p:tag name="KSO_WM_UNIT_MEDIACOVER_BTN_STATE" val="1"/>
  <p:tag name="KSO_WM_UNIT_MEDIACOVER_BTN_POS" val="c"/>
  <p:tag name="KSO_WM_UNIT_MEDIACOVER_BTN_STYLE" val="ee0bc779c1f3d7f3e90c96344320e69a"/>
  <p:tag name="KSO_WM_UNIT_MEDIACOVER_RGB" val="000000"/>
  <p:tag name="KSO_WM_UNIT_MEDIACOVER_TRANSPARENCY" val="0.5"/>
  <p:tag name="KSO_WM_UNIT_MEDIACOVER_TEXT" val="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MEDIACOVER_STYLEID" val="1"/>
  <p:tag name="KSO_WM_UNIT_MEDIACOVER_TEXTSTATE" val="0"/>
  <p:tag name="KSO_WM_UNIT_MEDIACOVER_BTN_STATE" val="1"/>
  <p:tag name="KSO_WM_UNIT_MEDIACOVER_BTN_POS" val="c"/>
  <p:tag name="KSO_WM_UNIT_MEDIACOVER_BTN_STYLE" val="ee0bc779c1f3d7f3e90c96344320e69a"/>
  <p:tag name="KSO_WM_UNIT_MEDIACOVER_RGB" val="000000"/>
  <p:tag name="KSO_WM_UNIT_MEDIACOVER_TRANSPARENCY" val="0.5"/>
  <p:tag name="KSO_WM_UNIT_MEDIACOVER_TEXT" val=""/>
  <p:tag name="KSO_WM_BEAUTIFY_FLAG" val="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MEDIACOVER_STYLEID" val="1"/>
  <p:tag name="KSO_WM_UNIT_MEDIACOVER_TEXTSTATE" val="0"/>
  <p:tag name="KSO_WM_UNIT_MEDIACOVER_BTN_STATE" val="1"/>
  <p:tag name="KSO_WM_UNIT_MEDIACOVER_BTN_POS" val="c"/>
  <p:tag name="KSO_WM_UNIT_MEDIACOVER_BTN_STYLE" val="ee0bc779c1f3d7f3e90c96344320e69a"/>
  <p:tag name="KSO_WM_UNIT_MEDIACOVER_RGB" val="000000"/>
  <p:tag name="KSO_WM_UNIT_MEDIACOVER_TRANSPARENCY" val="0.5"/>
  <p:tag name="KSO_WM_UNIT_MEDIACOVER_TEXT" val=""/>
  <p:tag name="KSO_WM_BEAUTIFY_FLAG" val="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MEDIACOVER_STYLEID" val="1"/>
  <p:tag name="KSO_WM_UNIT_MEDIACOVER_TEXTSTATE" val="0"/>
  <p:tag name="KSO_WM_UNIT_MEDIACOVER_BTN_STATE" val="1"/>
  <p:tag name="KSO_WM_UNIT_MEDIACOVER_BTN_POS" val="c"/>
  <p:tag name="KSO_WM_UNIT_MEDIACOVER_BTN_STYLE" val="ee0bc779c1f3d7f3e90c96344320e69a"/>
  <p:tag name="KSO_WM_UNIT_MEDIACOVER_RGB" val="000000"/>
  <p:tag name="KSO_WM_UNIT_MEDIACOVER_TRANSPARENCY" val="0.5"/>
  <p:tag name="KSO_WM_UNIT_MEDIACOVER_TEXT" val="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MEDIACOVER_STYLEID" val="1"/>
  <p:tag name="KSO_WM_UNIT_MEDIACOVER_TEXTSTATE" val="0"/>
  <p:tag name="KSO_WM_UNIT_MEDIACOVER_BTN_STATE" val="1"/>
  <p:tag name="KSO_WM_UNIT_MEDIACOVER_BTN_POS" val="c"/>
  <p:tag name="KSO_WM_UNIT_MEDIACOVER_BTN_STYLE" val="ee0bc779c1f3d7f3e90c96344320e69a"/>
  <p:tag name="KSO_WM_UNIT_MEDIACOVER_RGB" val="000000"/>
  <p:tag name="KSO_WM_UNIT_MEDIACOVER_TRANSPARENCY" val="0.5"/>
  <p:tag name="KSO_WM_UNIT_MEDIACOVER_TEXT" val=""/>
  <p:tag name="KSO_WM_BEAUTIFY_FLAG" val="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MEDIACOVER_STYLEID" val="1"/>
  <p:tag name="KSO_WM_UNIT_MEDIACOVER_TEXTSTATE" val="0"/>
  <p:tag name="KSO_WM_UNIT_MEDIACOVER_BTN_STATE" val="1"/>
  <p:tag name="KSO_WM_UNIT_MEDIACOVER_BTN_POS" val="c"/>
  <p:tag name="KSO_WM_UNIT_MEDIACOVER_BTN_STYLE" val="ee0bc779c1f3d7f3e90c96344320e69a"/>
  <p:tag name="KSO_WM_UNIT_MEDIACOVER_RGB" val="000000"/>
  <p:tag name="KSO_WM_UNIT_MEDIACOVER_TRANSPARENCY" val="0.5"/>
  <p:tag name="KSO_WM_UNIT_MEDIACOVER_TEXT" val=""/>
  <p:tag name="KSO_WM_BEAUTIFY_FLAG" val="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MEDIACOVER_STYLEID" val="1"/>
  <p:tag name="KSO_WM_UNIT_MEDIACOVER_TEXTSTATE" val="0"/>
  <p:tag name="KSO_WM_UNIT_MEDIACOVER_BTN_STATE" val="1"/>
  <p:tag name="KSO_WM_UNIT_MEDIACOVER_BTN_POS" val="c"/>
  <p:tag name="KSO_WM_UNIT_MEDIACOVER_BTN_STYLE" val="ee0bc779c1f3d7f3e90c96344320e69a"/>
  <p:tag name="KSO_WM_UNIT_MEDIACOVER_RGB" val="000000"/>
  <p:tag name="KSO_WM_UNIT_MEDIACOVER_TRANSPARENCY" val="0.5"/>
  <p:tag name="KSO_WM_UNIT_MEDIACOVER_TEXT" val=""/>
  <p:tag name="KSO_WM_BEAUTIFY_FLAG" val="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MEDIACOVER_STYLEID" val="1"/>
  <p:tag name="KSO_WM_UNIT_MEDIACOVER_TEXTSTATE" val="0"/>
  <p:tag name="KSO_WM_UNIT_MEDIACOVER_BTN_STATE" val="1"/>
  <p:tag name="KSO_WM_UNIT_MEDIACOVER_BTN_POS" val="c"/>
  <p:tag name="KSO_WM_UNIT_MEDIACOVER_BTN_STYLE" val="ee0bc779c1f3d7f3e90c96344320e69a"/>
  <p:tag name="KSO_WM_UNIT_MEDIACOVER_RGB" val="000000"/>
  <p:tag name="KSO_WM_UNIT_MEDIACOVER_TRANSPARENCY" val="0.5"/>
  <p:tag name="KSO_WM_UNIT_MEDIACOVER_TEXT" val=""/>
  <p:tag name="KSO_WM_BEAUTIFY_FLAG" val="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MEDIACOVER_STYLEID" val="1"/>
  <p:tag name="KSO_WM_UNIT_MEDIACOVER_TEXTSTATE" val="0"/>
  <p:tag name="KSO_WM_UNIT_MEDIACOVER_BTN_STATE" val="1"/>
  <p:tag name="KSO_WM_UNIT_MEDIACOVER_BTN_POS" val="c"/>
  <p:tag name="KSO_WM_UNIT_MEDIACOVER_BTN_STYLE" val="ee0bc779c1f3d7f3e90c96344320e69a"/>
  <p:tag name="KSO_WM_UNIT_MEDIACOVER_RGB" val="000000"/>
  <p:tag name="KSO_WM_UNIT_MEDIACOVER_TRANSPARENCY" val="0.5"/>
  <p:tag name="KSO_WM_UNIT_MEDIACOVER_TEXT" val=""/>
  <p:tag name="KSO_WM_BEAUTIFY_FLAG" val="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MEDIACOVER_STYLEID" val="1"/>
  <p:tag name="KSO_WM_UNIT_MEDIACOVER_TEXTSTATE" val="0"/>
  <p:tag name="KSO_WM_UNIT_MEDIACOVER_BTN_STATE" val="1"/>
  <p:tag name="KSO_WM_UNIT_MEDIACOVER_BTN_POS" val="c"/>
  <p:tag name="KSO_WM_UNIT_MEDIACOVER_BTN_STYLE" val="ee0bc779c1f3d7f3e90c96344320e69a"/>
  <p:tag name="KSO_WM_UNIT_MEDIACOVER_RGB" val="000000"/>
  <p:tag name="KSO_WM_UNIT_MEDIACOVER_TRANSPARENCY" val="0.5"/>
  <p:tag name="KSO_WM_UNIT_MEDIACOVER_TEXT" val=""/>
  <p:tag name="KSO_WM_BEAUTIFY_FLAG" val="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MEDIACOVER_STYLEID" val="1"/>
  <p:tag name="KSO_WM_UNIT_MEDIACOVER_TEXTSTATE" val="0"/>
  <p:tag name="KSO_WM_UNIT_MEDIACOVER_BTN_STATE" val="1"/>
  <p:tag name="KSO_WM_UNIT_MEDIACOVER_BTN_POS" val="c"/>
  <p:tag name="KSO_WM_UNIT_MEDIACOVER_BTN_STYLE" val="ee0bc779c1f3d7f3e90c96344320e69a"/>
  <p:tag name="KSO_WM_UNIT_MEDIACOVER_RGB" val="000000"/>
  <p:tag name="KSO_WM_UNIT_MEDIACOVER_TRANSPARENCY" val="0.5"/>
  <p:tag name="KSO_WM_UNIT_MEDIACOVER_TEXT" val=""/>
  <p:tag name="KSO_WM_BEAUTIFY_FLAG" val="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MEDIACOVER_STYLEID" val="1"/>
  <p:tag name="KSO_WM_UNIT_MEDIACOVER_TEXTSTATE" val="0"/>
  <p:tag name="KSO_WM_UNIT_MEDIACOVER_BTN_STATE" val="1"/>
  <p:tag name="KSO_WM_UNIT_MEDIACOVER_BTN_POS" val="c"/>
  <p:tag name="KSO_WM_UNIT_MEDIACOVER_BTN_STYLE" val="ee0bc779c1f3d7f3e90c96344320e69a"/>
  <p:tag name="KSO_WM_UNIT_MEDIACOVER_RGB" val="000000"/>
  <p:tag name="KSO_WM_UNIT_MEDIACOVER_TRANSPARENCY" val="0.5"/>
  <p:tag name="KSO_WM_UNIT_MEDIACOVER_TEXT" val=""/>
  <p:tag name="KSO_WM_BEAUTIFY_FLAG" val="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MEDIACOVER_STYLEID" val="1"/>
  <p:tag name="KSO_WM_UNIT_MEDIACOVER_TEXTSTATE" val="0"/>
  <p:tag name="KSO_WM_UNIT_MEDIACOVER_BTN_STATE" val="1"/>
  <p:tag name="KSO_WM_UNIT_MEDIACOVER_BTN_POS" val="c"/>
  <p:tag name="KSO_WM_UNIT_MEDIACOVER_BTN_STYLE" val="ee0bc779c1f3d7f3e90c96344320e69a"/>
  <p:tag name="KSO_WM_UNIT_MEDIACOVER_RGB" val="000000"/>
  <p:tag name="KSO_WM_UNIT_MEDIACOVER_TRANSPARENCY" val="0.5"/>
  <p:tag name="KSO_WM_UNIT_MEDIACOVER_TEXT" val=""/>
  <p:tag name="KSO_WM_BEAUTIFY_FLAG" val="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MEDIACOVER_STYLEID" val="1"/>
  <p:tag name="KSO_WM_UNIT_MEDIACOVER_TEXTSTATE" val="0"/>
  <p:tag name="KSO_WM_UNIT_MEDIACOVER_BTN_STATE" val="1"/>
  <p:tag name="KSO_WM_UNIT_MEDIACOVER_BTN_POS" val="c"/>
  <p:tag name="KSO_WM_UNIT_MEDIACOVER_BTN_STYLE" val="ee0bc779c1f3d7f3e90c96344320e69a"/>
  <p:tag name="KSO_WM_UNIT_MEDIACOVER_RGB" val="000000"/>
  <p:tag name="KSO_WM_UNIT_MEDIACOVER_TRANSPARENCY" val="0.5"/>
  <p:tag name="KSO_WM_UNIT_MEDIACOVER_TEXT" val=""/>
  <p:tag name="KSO_WM_BEAUTIFY_FLAG" val="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MEDIACOVER_STYLEID" val="1"/>
  <p:tag name="KSO_WM_UNIT_MEDIACOVER_TEXTSTATE" val="0"/>
  <p:tag name="KSO_WM_UNIT_MEDIACOVER_BTN_STATE" val="1"/>
  <p:tag name="KSO_WM_UNIT_MEDIACOVER_BTN_POS" val="c"/>
  <p:tag name="KSO_WM_UNIT_MEDIACOVER_BTN_STYLE" val="ee0bc779c1f3d7f3e90c96344320e69a"/>
  <p:tag name="KSO_WM_UNIT_MEDIACOVER_RGB" val="000000"/>
  <p:tag name="KSO_WM_UNIT_MEDIACOVER_TRANSPARENCY" val="0.5"/>
  <p:tag name="KSO_WM_UNIT_MEDIACOVER_TEXT" val=""/>
  <p:tag name="KSO_WM_BEAUTIFY_FLAG" val="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MEDIACOVER_STYLEID" val="1"/>
  <p:tag name="KSO_WM_UNIT_MEDIACOVER_TEXTSTATE" val="0"/>
  <p:tag name="KSO_WM_UNIT_MEDIACOVER_BTN_STATE" val="1"/>
  <p:tag name="KSO_WM_UNIT_MEDIACOVER_BTN_POS" val="c"/>
  <p:tag name="KSO_WM_UNIT_MEDIACOVER_BTN_STYLE" val="ee0bc779c1f3d7f3e90c96344320e69a"/>
  <p:tag name="KSO_WM_UNIT_MEDIACOVER_RGB" val="000000"/>
  <p:tag name="KSO_WM_UNIT_MEDIACOVER_TRANSPARENCY" val="0.5"/>
  <p:tag name="KSO_WM_UNIT_MEDIACOVER_TEXT" val=""/>
  <p:tag name="KSO_WM_BEAUTIFY_FLAG" val="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MEDIACOVER_STYLEID" val="1"/>
  <p:tag name="KSO_WM_UNIT_MEDIACOVER_TEXTSTATE" val="0"/>
  <p:tag name="KSO_WM_UNIT_MEDIACOVER_BTN_STATE" val="1"/>
  <p:tag name="KSO_WM_UNIT_MEDIACOVER_BTN_POS" val="c"/>
  <p:tag name="KSO_WM_UNIT_MEDIACOVER_BTN_STYLE" val="ee0bc779c1f3d7f3e90c96344320e69a"/>
  <p:tag name="KSO_WM_UNIT_MEDIACOVER_RGB" val="000000"/>
  <p:tag name="KSO_WM_UNIT_MEDIACOVER_TRANSPARENCY" val="0.5"/>
  <p:tag name="KSO_WM_UNIT_MEDIACOVER_TEXT" val=""/>
  <p:tag name="KSO_WM_BEAUTIFY_FLAG" val="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MEDIACOVER_STYLEID" val="1"/>
  <p:tag name="KSO_WM_UNIT_MEDIACOVER_TEXTSTATE" val="0"/>
  <p:tag name="KSO_WM_UNIT_MEDIACOVER_BTN_STATE" val="1"/>
  <p:tag name="KSO_WM_UNIT_MEDIACOVER_BTN_POS" val="c"/>
  <p:tag name="KSO_WM_UNIT_MEDIACOVER_BTN_STYLE" val="ee0bc779c1f3d7f3e90c96344320e69a"/>
  <p:tag name="KSO_WM_UNIT_MEDIACOVER_RGB" val="000000"/>
  <p:tag name="KSO_WM_UNIT_MEDIACOVER_TRANSPARENCY" val="0.5"/>
  <p:tag name="KSO_WM_UNIT_MEDIACOVER_TEXT" val="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MEDIACOVER_STYLEID" val="1"/>
  <p:tag name="KSO_WM_UNIT_MEDIACOVER_TEXTSTATE" val="0"/>
  <p:tag name="KSO_WM_UNIT_MEDIACOVER_BTN_STATE" val="1"/>
  <p:tag name="KSO_WM_UNIT_MEDIACOVER_BTN_POS" val="c"/>
  <p:tag name="KSO_WM_UNIT_MEDIACOVER_BTN_STYLE" val="ee0bc779c1f3d7f3e90c96344320e69a"/>
  <p:tag name="KSO_WM_UNIT_MEDIACOVER_RGB" val="000000"/>
  <p:tag name="KSO_WM_UNIT_MEDIACOVER_TRANSPARENCY" val="0.5"/>
  <p:tag name="KSO_WM_UNIT_MEDIACOVER_TEXT" val=""/>
  <p:tag name="KSO_WM_BEAUTIFY_FLAG" val="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MEDIACOVER_STYLEID" val="1"/>
  <p:tag name="KSO_WM_UNIT_MEDIACOVER_TEXTSTATE" val="0"/>
  <p:tag name="KSO_WM_UNIT_MEDIACOVER_BTN_STATE" val="1"/>
  <p:tag name="KSO_WM_UNIT_MEDIACOVER_BTN_POS" val="c"/>
  <p:tag name="KSO_WM_UNIT_MEDIACOVER_BTN_STYLE" val="ee0bc779c1f3d7f3e90c96344320e69a"/>
  <p:tag name="KSO_WM_UNIT_MEDIACOVER_RGB" val="000000"/>
  <p:tag name="KSO_WM_UNIT_MEDIACOVER_TRANSPARENCY" val="0.5"/>
  <p:tag name="KSO_WM_UNIT_MEDIACOVER_TEXT" val="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MEDIACOVER_STYLEID" val="1"/>
  <p:tag name="KSO_WM_UNIT_MEDIACOVER_TEXTSTATE" val="0"/>
  <p:tag name="KSO_WM_UNIT_MEDIACOVER_BTN_STATE" val="1"/>
  <p:tag name="KSO_WM_UNIT_MEDIACOVER_BTN_POS" val="c"/>
  <p:tag name="KSO_WM_UNIT_MEDIACOVER_BTN_STYLE" val="ee0bc779c1f3d7f3e90c96344320e69a"/>
  <p:tag name="KSO_WM_UNIT_MEDIACOVER_RGB" val="000000"/>
  <p:tag name="KSO_WM_UNIT_MEDIACOVER_TRANSPARENCY" val="0.5"/>
  <p:tag name="KSO_WM_UNIT_MEDIACOVER_TEXT" val=""/>
  <p:tag name="KSO_WM_BEAUTIFY_FLAG" val="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MEDIACOVER_STYLEID" val="1"/>
  <p:tag name="KSO_WM_UNIT_MEDIACOVER_TEXTSTATE" val="0"/>
  <p:tag name="KSO_WM_UNIT_MEDIACOVER_BTN_STATE" val="1"/>
  <p:tag name="KSO_WM_UNIT_MEDIACOVER_BTN_POS" val="c"/>
  <p:tag name="KSO_WM_UNIT_MEDIACOVER_BTN_STYLE" val="ee0bc779c1f3d7f3e90c96344320e69a"/>
  <p:tag name="KSO_WM_UNIT_MEDIACOVER_RGB" val="000000"/>
  <p:tag name="KSO_WM_UNIT_MEDIACOVER_TRANSPARENCY" val="0.5"/>
  <p:tag name="KSO_WM_UNIT_MEDIACOVER_TEXT" val=""/>
  <p:tag name="KSO_WM_BEAUTIFY_FLAG" val="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MEDIACOVER_STYLEID" val="1"/>
  <p:tag name="KSO_WM_UNIT_MEDIACOVER_TEXTSTATE" val="0"/>
  <p:tag name="KSO_WM_UNIT_MEDIACOVER_BTN_STATE" val="1"/>
  <p:tag name="KSO_WM_UNIT_MEDIACOVER_BTN_POS" val="c"/>
  <p:tag name="KSO_WM_UNIT_MEDIACOVER_BTN_STYLE" val="ee0bc779c1f3d7f3e90c96344320e69a"/>
  <p:tag name="KSO_WM_UNIT_MEDIACOVER_RGB" val="000000"/>
  <p:tag name="KSO_WM_UNIT_MEDIACOVER_TRANSPARENCY" val="0.5"/>
  <p:tag name="KSO_WM_UNIT_MEDIACOVER_TEXT" val=""/>
  <p:tag name="KSO_WM_BEAUTIFY_FLAG" val="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MEDIACOVER_STYLEID" val="1"/>
  <p:tag name="KSO_WM_UNIT_MEDIACOVER_TEXTSTATE" val="0"/>
  <p:tag name="KSO_WM_UNIT_MEDIACOVER_BTN_STATE" val="1"/>
  <p:tag name="KSO_WM_UNIT_MEDIACOVER_BTN_POS" val="c"/>
  <p:tag name="KSO_WM_UNIT_MEDIACOVER_BTN_STYLE" val="ee0bc779c1f3d7f3e90c96344320e69a"/>
  <p:tag name="KSO_WM_UNIT_MEDIACOVER_RGB" val="000000"/>
  <p:tag name="KSO_WM_UNIT_MEDIACOVER_TRANSPARENCY" val="0.5"/>
  <p:tag name="KSO_WM_UNIT_MEDIACOVER_TEXT" val=""/>
  <p:tag name="KSO_WM_BEAUTIFY_FLAG" val="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MEDIACOVER_STYLEID" val="1"/>
  <p:tag name="KSO_WM_UNIT_MEDIACOVER_TEXTSTATE" val="0"/>
  <p:tag name="KSO_WM_UNIT_MEDIACOVER_BTN_STATE" val="1"/>
  <p:tag name="KSO_WM_UNIT_MEDIACOVER_BTN_POS" val="c"/>
  <p:tag name="KSO_WM_UNIT_MEDIACOVER_BTN_STYLE" val="ee0bc779c1f3d7f3e90c96344320e69a"/>
  <p:tag name="KSO_WM_UNIT_MEDIACOVER_RGB" val="000000"/>
  <p:tag name="KSO_WM_UNIT_MEDIACOVER_TRANSPARENCY" val="0.5"/>
  <p:tag name="KSO_WM_UNIT_MEDIACOVER_TEXT" val=""/>
  <p:tag name="KSO_WM_BEAUTIFY_FLAG" val="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MEDIACOVER_STYLEID" val="1"/>
  <p:tag name="KSO_WM_UNIT_MEDIACOVER_TEXTSTATE" val="0"/>
  <p:tag name="KSO_WM_UNIT_MEDIACOVER_BTN_STATE" val="1"/>
  <p:tag name="KSO_WM_UNIT_MEDIACOVER_BTN_POS" val="c"/>
  <p:tag name="KSO_WM_UNIT_MEDIACOVER_BTN_STYLE" val="ee0bc779c1f3d7f3e90c96344320e69a"/>
  <p:tag name="KSO_WM_UNIT_MEDIACOVER_RGB" val="000000"/>
  <p:tag name="KSO_WM_UNIT_MEDIACOVER_TRANSPARENCY" val="0.5"/>
  <p:tag name="KSO_WM_UNIT_MEDIACOVER_TEXT" val=""/>
  <p:tag name="KSO_WM_BEAUTIFY_FLAG" val="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MEDIACOVER_STYLEID" val="1"/>
  <p:tag name="KSO_WM_UNIT_MEDIACOVER_TEXTSTATE" val="0"/>
  <p:tag name="KSO_WM_UNIT_MEDIACOVER_BTN_STATE" val="1"/>
  <p:tag name="KSO_WM_UNIT_MEDIACOVER_BTN_POS" val="c"/>
  <p:tag name="KSO_WM_UNIT_MEDIACOVER_BTN_STYLE" val="ee0bc779c1f3d7f3e90c96344320e69a"/>
  <p:tag name="KSO_WM_UNIT_MEDIACOVER_RGB" val="000000"/>
  <p:tag name="KSO_WM_UNIT_MEDIACOVER_TRANSPARENCY" val="0.5"/>
  <p:tag name="KSO_WM_UNIT_MEDIACOVER_TEXT" val=""/>
  <p:tag name="KSO_WM_BEAUTIFY_FLAG" val="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MEDIACOVER_STYLEID" val="1"/>
  <p:tag name="KSO_WM_UNIT_MEDIACOVER_TEXTSTATE" val="0"/>
  <p:tag name="KSO_WM_UNIT_MEDIACOVER_BTN_STATE" val="1"/>
  <p:tag name="KSO_WM_UNIT_MEDIACOVER_BTN_POS" val="c"/>
  <p:tag name="KSO_WM_UNIT_MEDIACOVER_BTN_STYLE" val="ee0bc779c1f3d7f3e90c96344320e69a"/>
  <p:tag name="KSO_WM_UNIT_MEDIACOVER_RGB" val="000000"/>
  <p:tag name="KSO_WM_UNIT_MEDIACOVER_TRANSPARENCY" val="0.5"/>
  <p:tag name="KSO_WM_UNIT_MEDIACOVER_TEXT" val=""/>
  <p:tag name="KSO_WM_BEAUTIFY_FLAG" val="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MEDIACOVER_STYLEID" val="1"/>
  <p:tag name="KSO_WM_UNIT_MEDIACOVER_TEXTSTATE" val="0"/>
  <p:tag name="KSO_WM_UNIT_MEDIACOVER_BTN_STATE" val="1"/>
  <p:tag name="KSO_WM_UNIT_MEDIACOVER_BTN_POS" val="c"/>
  <p:tag name="KSO_WM_UNIT_MEDIACOVER_BTN_STYLE" val="ee0bc779c1f3d7f3e90c96344320e69a"/>
  <p:tag name="KSO_WM_UNIT_MEDIACOVER_RGB" val="000000"/>
  <p:tag name="KSO_WM_UNIT_MEDIACOVER_TRANSPARENCY" val="0.5"/>
  <p:tag name="KSO_WM_UNIT_MEDIACOVER_TEXT" val=""/>
  <p:tag name="KSO_WM_BEAUTIFY_FLAG" val="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MEDIACOVER_STYLEID" val="1"/>
  <p:tag name="KSO_WM_UNIT_MEDIACOVER_TEXTSTATE" val="0"/>
  <p:tag name="KSO_WM_UNIT_MEDIACOVER_BTN_STATE" val="1"/>
  <p:tag name="KSO_WM_UNIT_MEDIACOVER_BTN_POS" val="c"/>
  <p:tag name="KSO_WM_UNIT_MEDIACOVER_BTN_STYLE" val="ee0bc779c1f3d7f3e90c96344320e69a"/>
  <p:tag name="KSO_WM_UNIT_MEDIACOVER_RGB" val="000000"/>
  <p:tag name="KSO_WM_UNIT_MEDIACOVER_TRANSPARENCY" val="0.5"/>
  <p:tag name="KSO_WM_UNIT_MEDIACOVER_TEXT" val=""/>
  <p:tag name="KSO_WM_BEAUTIFY_FLAG" val="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MEDIACOVER_STYLEID" val="1"/>
  <p:tag name="KSO_WM_UNIT_MEDIACOVER_TEXTSTATE" val="0"/>
  <p:tag name="KSO_WM_UNIT_MEDIACOVER_BTN_STATE" val="1"/>
  <p:tag name="KSO_WM_UNIT_MEDIACOVER_BTN_POS" val="c"/>
  <p:tag name="KSO_WM_UNIT_MEDIACOVER_BTN_STYLE" val="ee0bc779c1f3d7f3e90c96344320e69a"/>
  <p:tag name="KSO_WM_UNIT_MEDIACOVER_RGB" val="000000"/>
  <p:tag name="KSO_WM_UNIT_MEDIACOVER_TRANSPARENCY" val="0.5"/>
  <p:tag name="KSO_WM_UNIT_MEDIACOVER_TEXT" val=""/>
  <p:tag name="KSO_WM_BEAUTIFY_FLAG" val="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MEDIACOVER_STYLEID" val="1"/>
  <p:tag name="KSO_WM_UNIT_MEDIACOVER_TEXTSTATE" val="0"/>
  <p:tag name="KSO_WM_UNIT_MEDIACOVER_BTN_STATE" val="1"/>
  <p:tag name="KSO_WM_UNIT_MEDIACOVER_BTN_POS" val="c"/>
  <p:tag name="KSO_WM_UNIT_MEDIACOVER_BTN_STYLE" val="ee0bc779c1f3d7f3e90c96344320e69a"/>
  <p:tag name="KSO_WM_UNIT_MEDIACOVER_RGB" val="000000"/>
  <p:tag name="KSO_WM_UNIT_MEDIACOVER_TRANSPARENCY" val="0.5"/>
  <p:tag name="KSO_WM_UNIT_MEDIACOVER_TEXT" val=""/>
  <p:tag name="KSO_WM_BEAUTIFY_FLAG" val="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MEDIACOVER_STYLEID" val="1"/>
  <p:tag name="KSO_WM_UNIT_MEDIACOVER_TEXTSTATE" val="0"/>
  <p:tag name="KSO_WM_UNIT_MEDIACOVER_BTN_STATE" val="1"/>
  <p:tag name="KSO_WM_UNIT_MEDIACOVER_BTN_POS" val="c"/>
  <p:tag name="KSO_WM_UNIT_MEDIACOVER_BTN_STYLE" val="ee0bc779c1f3d7f3e90c96344320e69a"/>
  <p:tag name="KSO_WM_UNIT_MEDIACOVER_RGB" val="000000"/>
  <p:tag name="KSO_WM_UNIT_MEDIACOVER_TRANSPARENCY" val="0.5"/>
  <p:tag name="KSO_WM_UNIT_MEDIACOVER_TEXT" val=""/>
  <p:tag name="KSO_WM_BEAUTIFY_FLAG" val="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MEDIACOVER_STYLEID" val="1"/>
  <p:tag name="KSO_WM_UNIT_MEDIACOVER_TEXTSTATE" val="0"/>
  <p:tag name="KSO_WM_UNIT_MEDIACOVER_BTN_STATE" val="1"/>
  <p:tag name="KSO_WM_UNIT_MEDIACOVER_BTN_POS" val="c"/>
  <p:tag name="KSO_WM_UNIT_MEDIACOVER_BTN_STYLE" val="ee0bc779c1f3d7f3e90c96344320e69a"/>
  <p:tag name="KSO_WM_UNIT_MEDIACOVER_RGB" val="000000"/>
  <p:tag name="KSO_WM_UNIT_MEDIACOVER_TRANSPARENCY" val="0.5"/>
  <p:tag name="KSO_WM_UNIT_MEDIACOVER_TEXT" val=""/>
  <p:tag name="KSO_WM_BEAUTIFY_FLAG" val="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MEDIACOVER_STYLEID" val="1"/>
  <p:tag name="KSO_WM_UNIT_MEDIACOVER_TEXTSTATE" val="0"/>
  <p:tag name="KSO_WM_UNIT_MEDIACOVER_BTN_STATE" val="1"/>
  <p:tag name="KSO_WM_UNIT_MEDIACOVER_BTN_POS" val="c"/>
  <p:tag name="KSO_WM_UNIT_MEDIACOVER_BTN_STYLE" val="ee0bc779c1f3d7f3e90c96344320e69a"/>
  <p:tag name="KSO_WM_UNIT_MEDIACOVER_RGB" val="000000"/>
  <p:tag name="KSO_WM_UNIT_MEDIACOVER_TRANSPARENCY" val="0.5"/>
  <p:tag name="KSO_WM_UNIT_MEDIACOVER_TEXT" val="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MEDIACOVER_STYLEID" val="1"/>
  <p:tag name="KSO_WM_UNIT_MEDIACOVER_TEXTSTATE" val="0"/>
  <p:tag name="KSO_WM_UNIT_MEDIACOVER_BTN_STATE" val="1"/>
  <p:tag name="KSO_WM_UNIT_MEDIACOVER_BTN_POS" val="c"/>
  <p:tag name="KSO_WM_UNIT_MEDIACOVER_BTN_STYLE" val="ee0bc779c1f3d7f3e90c96344320e69a"/>
  <p:tag name="KSO_WM_UNIT_MEDIACOVER_RGB" val="000000"/>
  <p:tag name="KSO_WM_UNIT_MEDIACOVER_TRANSPARENCY" val="0.5"/>
  <p:tag name="KSO_WM_UNIT_MEDIACOVER_TEXT" val="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MEDIACOVER_STYLEID" val="1"/>
  <p:tag name="KSO_WM_UNIT_MEDIACOVER_TEXTSTATE" val="0"/>
  <p:tag name="KSO_WM_UNIT_MEDIACOVER_BTN_STATE" val="1"/>
  <p:tag name="KSO_WM_UNIT_MEDIACOVER_BTN_POS" val="c"/>
  <p:tag name="KSO_WM_UNIT_MEDIACOVER_BTN_STYLE" val="ee0bc779c1f3d7f3e90c96344320e69a"/>
  <p:tag name="KSO_WM_UNIT_MEDIACOVER_RGB" val="000000"/>
  <p:tag name="KSO_WM_UNIT_MEDIACOVER_TRANSPARENCY" val="0.5"/>
  <p:tag name="KSO_WM_UNIT_MEDIACOVER_TEXT" val=""/>
  <p:tag name="KSO_WM_BEAUTIFY_FLAG" val="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MEDIACOVER_STYLEID" val="1"/>
  <p:tag name="KSO_WM_UNIT_MEDIACOVER_TEXTSTATE" val="0"/>
  <p:tag name="KSO_WM_UNIT_MEDIACOVER_BTN_STATE" val="1"/>
  <p:tag name="KSO_WM_UNIT_MEDIACOVER_BTN_POS" val="c"/>
  <p:tag name="KSO_WM_UNIT_MEDIACOVER_BTN_STYLE" val="ee0bc779c1f3d7f3e90c96344320e69a"/>
  <p:tag name="KSO_WM_UNIT_MEDIACOVER_RGB" val="000000"/>
  <p:tag name="KSO_WM_UNIT_MEDIACOVER_TRANSPARENCY" val="0.5"/>
  <p:tag name="KSO_WM_UNIT_MEDIACOVER_TEXT" val=""/>
  <p:tag name="KSO_WM_BEAUTIFY_FLAG" val="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MEDIACOVER_STYLEID" val="1"/>
  <p:tag name="KSO_WM_UNIT_MEDIACOVER_TEXTSTATE" val="0"/>
  <p:tag name="KSO_WM_UNIT_MEDIACOVER_BTN_STATE" val="1"/>
  <p:tag name="KSO_WM_UNIT_MEDIACOVER_BTN_POS" val="c"/>
  <p:tag name="KSO_WM_UNIT_MEDIACOVER_BTN_STYLE" val="ee0bc779c1f3d7f3e90c96344320e69a"/>
  <p:tag name="KSO_WM_UNIT_MEDIACOVER_RGB" val="000000"/>
  <p:tag name="KSO_WM_UNIT_MEDIACOVER_TRANSPARENCY" val="0.5"/>
  <p:tag name="KSO_WM_UNIT_MEDIACOVER_TEXT" val=""/>
  <p:tag name="KSO_WM_BEAUTIFY_FLAG" val="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MEDIACOVER_STYLEID" val="1"/>
  <p:tag name="KSO_WM_UNIT_MEDIACOVER_TEXTSTATE" val="0"/>
  <p:tag name="KSO_WM_UNIT_MEDIACOVER_BTN_STATE" val="1"/>
  <p:tag name="KSO_WM_UNIT_MEDIACOVER_BTN_POS" val="c"/>
  <p:tag name="KSO_WM_UNIT_MEDIACOVER_BTN_STYLE" val="ee0bc779c1f3d7f3e90c96344320e69a"/>
  <p:tag name="KSO_WM_UNIT_MEDIACOVER_RGB" val="000000"/>
  <p:tag name="KSO_WM_UNIT_MEDIACOVER_TRANSPARENCY" val="0.5"/>
  <p:tag name="KSO_WM_UNIT_MEDIACOVER_TEXT" val=""/>
  <p:tag name="KSO_WM_BEAUTIFY_FLAG" val="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MEDIACOVER_STYLEID" val="1"/>
  <p:tag name="KSO_WM_UNIT_MEDIACOVER_TEXTSTATE" val="0"/>
  <p:tag name="KSO_WM_UNIT_MEDIACOVER_BTN_STATE" val="1"/>
  <p:tag name="KSO_WM_UNIT_MEDIACOVER_BTN_POS" val="c"/>
  <p:tag name="KSO_WM_UNIT_MEDIACOVER_BTN_STYLE" val="ee0bc779c1f3d7f3e90c96344320e69a"/>
  <p:tag name="KSO_WM_UNIT_MEDIACOVER_RGB" val="000000"/>
  <p:tag name="KSO_WM_UNIT_MEDIACOVER_TRANSPARENCY" val="0.5"/>
  <p:tag name="KSO_WM_UNIT_MEDIACOVER_TEXT" val=""/>
  <p:tag name="KSO_WM_BEAUTIFY_FLAG" val="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MEDIACOVER_STYLEID" val="1"/>
  <p:tag name="KSO_WM_UNIT_MEDIACOVER_TEXTSTATE" val="0"/>
  <p:tag name="KSO_WM_UNIT_MEDIACOVER_BTN_STATE" val="1"/>
  <p:tag name="KSO_WM_UNIT_MEDIACOVER_BTN_POS" val="c"/>
  <p:tag name="KSO_WM_UNIT_MEDIACOVER_BTN_STYLE" val="ee0bc779c1f3d7f3e90c96344320e69a"/>
  <p:tag name="KSO_WM_UNIT_MEDIACOVER_RGB" val="000000"/>
  <p:tag name="KSO_WM_UNIT_MEDIACOVER_TRANSPARENCY" val="0.5"/>
  <p:tag name="KSO_WM_UNIT_MEDIACOVER_TEXT" val=""/>
  <p:tag name="KSO_WM_BEAUTIFY_FLAG" val="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MEDIACOVER_STYLEID" val="1"/>
  <p:tag name="KSO_WM_UNIT_MEDIACOVER_TEXTSTATE" val="0"/>
  <p:tag name="KSO_WM_UNIT_MEDIACOVER_BTN_STATE" val="1"/>
  <p:tag name="KSO_WM_UNIT_MEDIACOVER_BTN_POS" val="c"/>
  <p:tag name="KSO_WM_UNIT_MEDIACOVER_BTN_STYLE" val="ee0bc779c1f3d7f3e90c96344320e69a"/>
  <p:tag name="KSO_WM_UNIT_MEDIACOVER_RGB" val="000000"/>
  <p:tag name="KSO_WM_UNIT_MEDIACOVER_TRANSPARENCY" val="0.5"/>
  <p:tag name="KSO_WM_UNIT_MEDIACOVER_TEXT" val=""/>
  <p:tag name="KSO_WM_BEAUTIFY_FLAG" val="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MEDIACOVER_STYLEID" val="1"/>
  <p:tag name="KSO_WM_UNIT_MEDIACOVER_TEXTSTATE" val="0"/>
  <p:tag name="KSO_WM_UNIT_MEDIACOVER_BTN_STATE" val="1"/>
  <p:tag name="KSO_WM_UNIT_MEDIACOVER_BTN_POS" val="c"/>
  <p:tag name="KSO_WM_UNIT_MEDIACOVER_BTN_STYLE" val="ee0bc779c1f3d7f3e90c96344320e69a"/>
  <p:tag name="KSO_WM_UNIT_MEDIACOVER_RGB" val="000000"/>
  <p:tag name="KSO_WM_UNIT_MEDIACOVER_TRANSPARENCY" val="0.5"/>
  <p:tag name="KSO_WM_UNIT_MEDIACOVER_TEXT" val=""/>
  <p:tag name="KSO_WM_BEAUTIFY_FLAG" val="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MEDIACOVER_STYLEID" val="1"/>
  <p:tag name="KSO_WM_UNIT_MEDIACOVER_TEXTSTATE" val="0"/>
  <p:tag name="KSO_WM_UNIT_MEDIACOVER_BTN_STATE" val="1"/>
  <p:tag name="KSO_WM_UNIT_MEDIACOVER_BTN_POS" val="c"/>
  <p:tag name="KSO_WM_UNIT_MEDIACOVER_BTN_STYLE" val="ee0bc779c1f3d7f3e90c96344320e69a"/>
  <p:tag name="KSO_WM_UNIT_MEDIACOVER_RGB" val="000000"/>
  <p:tag name="KSO_WM_UNIT_MEDIACOVER_TRANSPARENCY" val="0.5"/>
  <p:tag name="KSO_WM_UNIT_MEDIACOVER_TEXT" val=""/>
  <p:tag name="KSO_WM_BEAUTIFY_FLAG" val="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MEDIACOVER_STYLEID" val="1"/>
  <p:tag name="KSO_WM_UNIT_MEDIACOVER_TEXTSTATE" val="0"/>
  <p:tag name="KSO_WM_UNIT_MEDIACOVER_BTN_STATE" val="1"/>
  <p:tag name="KSO_WM_UNIT_MEDIACOVER_BTN_POS" val="c"/>
  <p:tag name="KSO_WM_UNIT_MEDIACOVER_BTN_STYLE" val="ee0bc779c1f3d7f3e90c96344320e69a"/>
  <p:tag name="KSO_WM_UNIT_MEDIACOVER_RGB" val="000000"/>
  <p:tag name="KSO_WM_UNIT_MEDIACOVER_TRANSPARENCY" val="0.5"/>
  <p:tag name="KSO_WM_UNIT_MEDIACOVER_TEXT" val=""/>
  <p:tag name="KSO_WM_BEAUTIFY_FLAG" val="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MEDIACOVER_STYLEID" val="1"/>
  <p:tag name="KSO_WM_UNIT_MEDIACOVER_TEXTSTATE" val="0"/>
  <p:tag name="KSO_WM_UNIT_MEDIACOVER_BTN_STATE" val="1"/>
  <p:tag name="KSO_WM_UNIT_MEDIACOVER_BTN_POS" val="c"/>
  <p:tag name="KSO_WM_UNIT_MEDIACOVER_BTN_STYLE" val="ee0bc779c1f3d7f3e90c96344320e69a"/>
  <p:tag name="KSO_WM_UNIT_MEDIACOVER_RGB" val="000000"/>
  <p:tag name="KSO_WM_UNIT_MEDIACOVER_TRANSPARENCY" val="0.5"/>
  <p:tag name="KSO_WM_UNIT_MEDIACOVER_TEXT" val=""/>
  <p:tag name="KSO_WM_BEAUTIFY_FLAG" val="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MEDIACOVER_STYLEID" val="1"/>
  <p:tag name="KSO_WM_UNIT_MEDIACOVER_TEXTSTATE" val="0"/>
  <p:tag name="KSO_WM_UNIT_MEDIACOVER_BTN_STATE" val="1"/>
  <p:tag name="KSO_WM_UNIT_MEDIACOVER_BTN_POS" val="c"/>
  <p:tag name="KSO_WM_UNIT_MEDIACOVER_BTN_STYLE" val="ee0bc779c1f3d7f3e90c96344320e69a"/>
  <p:tag name="KSO_WM_UNIT_MEDIACOVER_RGB" val="000000"/>
  <p:tag name="KSO_WM_UNIT_MEDIACOVER_TRANSPARENCY" val="0.5"/>
  <p:tag name="KSO_WM_UNIT_MEDIACOVER_TEXT" val=""/>
  <p:tag name="KSO_WM_BEAUTIFY_FLAG" val="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MEDIACOVER_STYLEID" val="1"/>
  <p:tag name="KSO_WM_UNIT_MEDIACOVER_TEXTSTATE" val="0"/>
  <p:tag name="KSO_WM_UNIT_MEDIACOVER_BTN_STATE" val="1"/>
  <p:tag name="KSO_WM_UNIT_MEDIACOVER_BTN_POS" val="c"/>
  <p:tag name="KSO_WM_UNIT_MEDIACOVER_BTN_STYLE" val="ee0bc779c1f3d7f3e90c96344320e69a"/>
  <p:tag name="KSO_WM_UNIT_MEDIACOVER_RGB" val="000000"/>
  <p:tag name="KSO_WM_UNIT_MEDIACOVER_TRANSPARENCY" val="0.5"/>
  <p:tag name="KSO_WM_UNIT_MEDIACOVER_TEXT" val=""/>
  <p:tag name="KSO_WM_BEAUTIFY_FLAG" val="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MEDIACOVER_STYLEID" val="1"/>
  <p:tag name="KSO_WM_UNIT_MEDIACOVER_TEXTSTATE" val="0"/>
  <p:tag name="KSO_WM_UNIT_MEDIACOVER_BTN_STATE" val="1"/>
  <p:tag name="KSO_WM_UNIT_MEDIACOVER_BTN_POS" val="c"/>
  <p:tag name="KSO_WM_UNIT_MEDIACOVER_BTN_STYLE" val="ee0bc779c1f3d7f3e90c96344320e69a"/>
  <p:tag name="KSO_WM_UNIT_MEDIACOVER_RGB" val="000000"/>
  <p:tag name="KSO_WM_UNIT_MEDIACOVER_TRANSPARENCY" val="0.5"/>
  <p:tag name="KSO_WM_UNIT_MEDIACOVER_TEXT" val=""/>
  <p:tag name="KSO_WM_BEAUTIFY_FLAG" val="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MEDIACOVER_STYLEID" val="1"/>
  <p:tag name="KSO_WM_UNIT_MEDIACOVER_TEXTSTATE" val="0"/>
  <p:tag name="KSO_WM_UNIT_MEDIACOVER_BTN_STATE" val="1"/>
  <p:tag name="KSO_WM_UNIT_MEDIACOVER_BTN_POS" val="c"/>
  <p:tag name="KSO_WM_UNIT_MEDIACOVER_BTN_STYLE" val="ee0bc779c1f3d7f3e90c96344320e69a"/>
  <p:tag name="KSO_WM_UNIT_MEDIACOVER_RGB" val="000000"/>
  <p:tag name="KSO_WM_UNIT_MEDIACOVER_TRANSPARENCY" val="0.5"/>
  <p:tag name="KSO_WM_UNIT_MEDIACOVER_TEXT" val=""/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/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69</Words>
  <Application>Microsoft Office PowerPoint</Application>
  <PresentationFormat>宽屏</PresentationFormat>
  <Paragraphs>58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2" baseType="lpstr">
      <vt:lpstr>等线</vt:lpstr>
      <vt:lpstr>华文楷体</vt:lpstr>
      <vt:lpstr>幼圆</vt:lpstr>
      <vt:lpstr>Arial</vt:lpstr>
      <vt:lpstr>Wingdings</vt:lpstr>
      <vt:lpstr>Office 主题​​</vt:lpstr>
      <vt:lpstr>  </vt:lpstr>
      <vt:lpstr>PowerPoint 演示文稿</vt:lpstr>
      <vt:lpstr>   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古惑仔</dc:title>
  <dc:creator/>
  <cp:lastModifiedBy>夏 天昊</cp:lastModifiedBy>
  <cp:revision>197</cp:revision>
  <dcterms:created xsi:type="dcterms:W3CDTF">2019-06-19T02:08:00Z</dcterms:created>
  <dcterms:modified xsi:type="dcterms:W3CDTF">2023-05-14T02:26:37Z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2052-11.1.0.14036</vt:lpwstr>
  </property>
  <property fmtid="{D5CDD505-2E9C-101B-9397-08002B2CF9AE}" pid="3" name="ICV">
    <vt:lpwstr>5CEF26DDB2F94FA0BFA1134D76F271D3_11</vt:lpwstr>
  </property>
</Properties>
</file>